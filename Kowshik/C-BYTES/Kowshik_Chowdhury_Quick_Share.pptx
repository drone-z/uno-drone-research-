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  <p:sldMasterId id="2147483684" r:id="rId6"/>
  </p:sldMasterIdLst>
  <p:notesMasterIdLst>
    <p:notesMasterId r:id="rId8"/>
  </p:notesMasterIdLst>
  <p:sldIdLst>
    <p:sldId id="29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71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6BF77-5761-454B-9543-A142825A7418}" v="149" dt="2025-09-11T03:10:53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5"/>
    <p:restoredTop sz="71510" autoAdjust="0"/>
  </p:normalViewPr>
  <p:slideViewPr>
    <p:cSldViewPr snapToGrid="0" snapToObjects="1">
      <p:cViewPr varScale="1">
        <p:scale>
          <a:sx n="45" d="100"/>
          <a:sy n="45" d="100"/>
        </p:scale>
        <p:origin x="13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Patel" userId="770b15c3-b10d-4271-992b-f3507800e408" providerId="ADAL" clId="{8D5CC98F-AD21-53D6-A596-2E0EADE2D477}"/>
    <pc:docChg chg="undo custSel addSld delSld modSld sldOrd">
      <pc:chgData name="Dev Patel" userId="770b15c3-b10d-4271-992b-f3507800e408" providerId="ADAL" clId="{8D5CC98F-AD21-53D6-A596-2E0EADE2D477}" dt="2025-09-11T18:52:21.280" v="3439" actId="2696"/>
      <pc:docMkLst>
        <pc:docMk/>
      </pc:docMkLst>
      <pc:sldChg chg="modSp mod ord">
        <pc:chgData name="Dev Patel" userId="770b15c3-b10d-4271-992b-f3507800e408" providerId="ADAL" clId="{8D5CC98F-AD21-53D6-A596-2E0EADE2D477}" dt="2025-09-11T00:48:04.335" v="2154"/>
        <pc:sldMkLst>
          <pc:docMk/>
          <pc:sldMk cId="1180971931" sldId="258"/>
        </pc:sldMkLst>
        <pc:spChg chg="mod">
          <ac:chgData name="Dev Patel" userId="770b15c3-b10d-4271-992b-f3507800e408" providerId="ADAL" clId="{8D5CC98F-AD21-53D6-A596-2E0EADE2D477}" dt="2025-09-11T00:48:04.335" v="2154"/>
          <ac:spMkLst>
            <pc:docMk/>
            <pc:sldMk cId="1180971931" sldId="258"/>
            <ac:spMk id="6" creationId="{BEE588FD-2D62-EC42-AB22-82B53D74E706}"/>
          </ac:spMkLst>
        </pc:spChg>
      </pc:sldChg>
      <pc:sldChg chg="ord">
        <pc:chgData name="Dev Patel" userId="770b15c3-b10d-4271-992b-f3507800e408" providerId="ADAL" clId="{8D5CC98F-AD21-53D6-A596-2E0EADE2D477}" dt="2025-09-09T21:25:20.320" v="1" actId="20578"/>
        <pc:sldMkLst>
          <pc:docMk/>
          <pc:sldMk cId="203130412" sldId="259"/>
        </pc:sldMkLst>
      </pc:sldChg>
      <pc:sldChg chg="del ord">
        <pc:chgData name="Dev Patel" userId="770b15c3-b10d-4271-992b-f3507800e408" providerId="ADAL" clId="{8D5CC98F-AD21-53D6-A596-2E0EADE2D477}" dt="2025-09-09T21:25:31.362" v="5" actId="2696"/>
        <pc:sldMkLst>
          <pc:docMk/>
          <pc:sldMk cId="0" sldId="261"/>
        </pc:sldMkLst>
      </pc:sldChg>
      <pc:sldChg chg="addSp delSp modSp mod ord modNotesTx">
        <pc:chgData name="Dev Patel" userId="770b15c3-b10d-4271-992b-f3507800e408" providerId="ADAL" clId="{8D5CC98F-AD21-53D6-A596-2E0EADE2D477}" dt="2025-09-11T00:54:32.730" v="2520" actId="20577"/>
        <pc:sldMkLst>
          <pc:docMk/>
          <pc:sldMk cId="2251819196" sldId="262"/>
        </pc:sldMkLst>
        <pc:spChg chg="add mod">
          <ac:chgData name="Dev Patel" userId="770b15c3-b10d-4271-992b-f3507800e408" providerId="ADAL" clId="{8D5CC98F-AD21-53D6-A596-2E0EADE2D477}" dt="2025-09-10T00:34:35.271" v="548" actId="20577"/>
          <ac:spMkLst>
            <pc:docMk/>
            <pc:sldMk cId="2251819196" sldId="262"/>
            <ac:spMk id="2" creationId="{560B8840-322F-1A27-0A53-07A64A96B193}"/>
          </ac:spMkLst>
        </pc:spChg>
        <pc:spChg chg="add mod">
          <ac:chgData name="Dev Patel" userId="770b15c3-b10d-4271-992b-f3507800e408" providerId="ADAL" clId="{8D5CC98F-AD21-53D6-A596-2E0EADE2D477}" dt="2025-09-10T00:29:44.336" v="479" actId="1076"/>
          <ac:spMkLst>
            <pc:docMk/>
            <pc:sldMk cId="2251819196" sldId="262"/>
            <ac:spMk id="4" creationId="{FC0A0A33-E544-0BC8-11ED-C89A71E262AD}"/>
          </ac:spMkLst>
        </pc:spChg>
        <pc:spChg chg="mod">
          <ac:chgData name="Dev Patel" userId="770b15c3-b10d-4271-992b-f3507800e408" providerId="ADAL" clId="{8D5CC98F-AD21-53D6-A596-2E0EADE2D477}" dt="2025-09-10T00:34:53.869" v="554" actId="20577"/>
          <ac:spMkLst>
            <pc:docMk/>
            <pc:sldMk cId="2251819196" sldId="262"/>
            <ac:spMk id="6" creationId="{204BE8EA-9E9B-7640-AF1A-AC63B40490F3}"/>
          </ac:spMkLst>
        </pc:spChg>
        <pc:picChg chg="add mod">
          <ac:chgData name="Dev Patel" userId="770b15c3-b10d-4271-992b-f3507800e408" providerId="ADAL" clId="{8D5CC98F-AD21-53D6-A596-2E0EADE2D477}" dt="2025-09-10T00:29:52.552" v="480" actId="1076"/>
          <ac:picMkLst>
            <pc:docMk/>
            <pc:sldMk cId="2251819196" sldId="262"/>
            <ac:picMk id="9" creationId="{C723CE6C-1903-EC26-4E29-25B0B6F0467D}"/>
          </ac:picMkLst>
        </pc:picChg>
      </pc:sldChg>
      <pc:sldChg chg="del ord">
        <pc:chgData name="Dev Patel" userId="770b15c3-b10d-4271-992b-f3507800e408" providerId="ADAL" clId="{8D5CC98F-AD21-53D6-A596-2E0EADE2D477}" dt="2025-09-09T21:25:31.310" v="2" actId="2696"/>
        <pc:sldMkLst>
          <pc:docMk/>
          <pc:sldMk cId="3851727090" sldId="277"/>
        </pc:sldMkLst>
      </pc:sldChg>
      <pc:sldChg chg="del ord">
        <pc:chgData name="Dev Patel" userId="770b15c3-b10d-4271-992b-f3507800e408" providerId="ADAL" clId="{8D5CC98F-AD21-53D6-A596-2E0EADE2D477}" dt="2025-09-09T21:25:31.317" v="3" actId="2696"/>
        <pc:sldMkLst>
          <pc:docMk/>
          <pc:sldMk cId="2629894233" sldId="278"/>
        </pc:sldMkLst>
      </pc:sldChg>
      <pc:sldChg chg="del ord">
        <pc:chgData name="Dev Patel" userId="770b15c3-b10d-4271-992b-f3507800e408" providerId="ADAL" clId="{8D5CC98F-AD21-53D6-A596-2E0EADE2D477}" dt="2025-09-09T21:25:31.347" v="4" actId="2696"/>
        <pc:sldMkLst>
          <pc:docMk/>
          <pc:sldMk cId="0" sldId="279"/>
        </pc:sldMkLst>
      </pc:sldChg>
      <pc:sldChg chg="del ord">
        <pc:chgData name="Dev Patel" userId="770b15c3-b10d-4271-992b-f3507800e408" providerId="ADAL" clId="{8D5CC98F-AD21-53D6-A596-2E0EADE2D477}" dt="2025-09-09T21:25:31.367" v="6" actId="2696"/>
        <pc:sldMkLst>
          <pc:docMk/>
          <pc:sldMk cId="0" sldId="280"/>
        </pc:sldMkLst>
      </pc:sldChg>
      <pc:sldChg chg="del ord">
        <pc:chgData name="Dev Patel" userId="770b15c3-b10d-4271-992b-f3507800e408" providerId="ADAL" clId="{8D5CC98F-AD21-53D6-A596-2E0EADE2D477}" dt="2025-09-09T21:25:31.375" v="7" actId="2696"/>
        <pc:sldMkLst>
          <pc:docMk/>
          <pc:sldMk cId="990419986" sldId="282"/>
        </pc:sldMkLst>
      </pc:sldChg>
      <pc:sldChg chg="del ord">
        <pc:chgData name="Dev Patel" userId="770b15c3-b10d-4271-992b-f3507800e408" providerId="ADAL" clId="{8D5CC98F-AD21-53D6-A596-2E0EADE2D477}" dt="2025-09-09T21:25:31.382" v="8" actId="2696"/>
        <pc:sldMkLst>
          <pc:docMk/>
          <pc:sldMk cId="0" sldId="283"/>
        </pc:sldMkLst>
      </pc:sldChg>
      <pc:sldChg chg="del ord">
        <pc:chgData name="Dev Patel" userId="770b15c3-b10d-4271-992b-f3507800e408" providerId="ADAL" clId="{8D5CC98F-AD21-53D6-A596-2E0EADE2D477}" dt="2025-09-09T21:25:31.387" v="9" actId="2696"/>
        <pc:sldMkLst>
          <pc:docMk/>
          <pc:sldMk cId="1155301833" sldId="284"/>
        </pc:sldMkLst>
      </pc:sldChg>
      <pc:sldChg chg="del ord">
        <pc:chgData name="Dev Patel" userId="770b15c3-b10d-4271-992b-f3507800e408" providerId="ADAL" clId="{8D5CC98F-AD21-53D6-A596-2E0EADE2D477}" dt="2025-09-09T21:25:31.392" v="10" actId="2696"/>
        <pc:sldMkLst>
          <pc:docMk/>
          <pc:sldMk cId="0" sldId="285"/>
        </pc:sldMkLst>
      </pc:sldChg>
      <pc:sldChg chg="del ord">
        <pc:chgData name="Dev Patel" userId="770b15c3-b10d-4271-992b-f3507800e408" providerId="ADAL" clId="{8D5CC98F-AD21-53D6-A596-2E0EADE2D477}" dt="2025-09-09T21:25:31.397" v="11" actId="2696"/>
        <pc:sldMkLst>
          <pc:docMk/>
          <pc:sldMk cId="0" sldId="286"/>
        </pc:sldMkLst>
      </pc:sldChg>
      <pc:sldChg chg="del ord">
        <pc:chgData name="Dev Patel" userId="770b15c3-b10d-4271-992b-f3507800e408" providerId="ADAL" clId="{8D5CC98F-AD21-53D6-A596-2E0EADE2D477}" dt="2025-09-09T21:25:31.401" v="12" actId="2696"/>
        <pc:sldMkLst>
          <pc:docMk/>
          <pc:sldMk cId="0" sldId="287"/>
        </pc:sldMkLst>
      </pc:sldChg>
      <pc:sldChg chg="del ord">
        <pc:chgData name="Dev Patel" userId="770b15c3-b10d-4271-992b-f3507800e408" providerId="ADAL" clId="{8D5CC98F-AD21-53D6-A596-2E0EADE2D477}" dt="2025-09-09T21:25:31.405" v="13" actId="2696"/>
        <pc:sldMkLst>
          <pc:docMk/>
          <pc:sldMk cId="0" sldId="288"/>
        </pc:sldMkLst>
      </pc:sldChg>
      <pc:sldChg chg="addSp delSp modSp mod modClrScheme chgLayout modNotesTx">
        <pc:chgData name="Dev Patel" userId="770b15c3-b10d-4271-992b-f3507800e408" providerId="ADAL" clId="{8D5CC98F-AD21-53D6-A596-2E0EADE2D477}" dt="2025-09-11T02:11:35.515" v="3391" actId="20577"/>
        <pc:sldMkLst>
          <pc:docMk/>
          <pc:sldMk cId="4164795513" sldId="291"/>
        </pc:sldMkLst>
        <pc:spChg chg="mod">
          <ac:chgData name="Dev Patel" userId="770b15c3-b10d-4271-992b-f3507800e408" providerId="ADAL" clId="{8D5CC98F-AD21-53D6-A596-2E0EADE2D477}" dt="2025-09-10T00:44:01.585" v="567" actId="20577"/>
          <ac:spMkLst>
            <pc:docMk/>
            <pc:sldMk cId="4164795513" sldId="291"/>
            <ac:spMk id="2" creationId="{1DB2FCF8-1C3B-6F0F-5AB6-BF1045E3C889}"/>
          </ac:spMkLst>
        </pc:spChg>
        <pc:spChg chg="add mod">
          <ac:chgData name="Dev Patel" userId="770b15c3-b10d-4271-992b-f3507800e408" providerId="ADAL" clId="{8D5CC98F-AD21-53D6-A596-2E0EADE2D477}" dt="2025-09-10T01:19:12.157" v="691" actId="20577"/>
          <ac:spMkLst>
            <pc:docMk/>
            <pc:sldMk cId="4164795513" sldId="291"/>
            <ac:spMk id="4" creationId="{8F09AE01-B11B-C8F5-CAC4-36E8E98D825D}"/>
          </ac:spMkLst>
        </pc:spChg>
        <pc:spChg chg="mod">
          <ac:chgData name="Dev Patel" userId="770b15c3-b10d-4271-992b-f3507800e408" providerId="ADAL" clId="{8D5CC98F-AD21-53D6-A596-2E0EADE2D477}" dt="2025-09-10T18:39:53.801" v="1458" actId="27636"/>
          <ac:spMkLst>
            <pc:docMk/>
            <pc:sldMk cId="4164795513" sldId="291"/>
            <ac:spMk id="5" creationId="{4D22F151-A9E1-3AF3-786E-EF9D63656927}"/>
          </ac:spMkLst>
        </pc:spChg>
        <pc:spChg chg="add mod">
          <ac:chgData name="Dev Patel" userId="770b15c3-b10d-4271-992b-f3507800e408" providerId="ADAL" clId="{8D5CC98F-AD21-53D6-A596-2E0EADE2D477}" dt="2025-09-10T00:45:16.423" v="603" actId="767"/>
          <ac:spMkLst>
            <pc:docMk/>
            <pc:sldMk cId="4164795513" sldId="291"/>
            <ac:spMk id="6" creationId="{6C3CB23C-DEBC-EB97-DA13-222E5A95074C}"/>
          </ac:spMkLst>
        </pc:spChg>
        <pc:graphicFrameChg chg="add del mod modGraphic">
          <ac:chgData name="Dev Patel" userId="770b15c3-b10d-4271-992b-f3507800e408" providerId="ADAL" clId="{8D5CC98F-AD21-53D6-A596-2E0EADE2D477}" dt="2025-09-10T00:44:12.763" v="568" actId="478"/>
          <ac:graphicFrameMkLst>
            <pc:docMk/>
            <pc:sldMk cId="4164795513" sldId="291"/>
            <ac:graphicFrameMk id="7" creationId="{85990027-E48C-B4E1-09DC-FF5FA0253109}"/>
          </ac:graphicFrameMkLst>
        </pc:graphicFrameChg>
      </pc:sldChg>
      <pc:sldChg chg="addSp delSp modSp new mod modClrScheme chgLayout modNotesTx">
        <pc:chgData name="Dev Patel" userId="770b15c3-b10d-4271-992b-f3507800e408" providerId="ADAL" clId="{8D5CC98F-AD21-53D6-A596-2E0EADE2D477}" dt="2025-09-11T03:10:49.427" v="3433" actId="20577"/>
        <pc:sldMkLst>
          <pc:docMk/>
          <pc:sldMk cId="1402282190" sldId="292"/>
        </pc:sldMkLst>
        <pc:spChg chg="mod">
          <ac:chgData name="Dev Patel" userId="770b15c3-b10d-4271-992b-f3507800e408" providerId="ADAL" clId="{8D5CC98F-AD21-53D6-A596-2E0EADE2D477}" dt="2025-09-10T03:49:37.115" v="1452" actId="20577"/>
          <ac:spMkLst>
            <pc:docMk/>
            <pc:sldMk cId="1402282190" sldId="292"/>
            <ac:spMk id="2" creationId="{07CE207C-581D-AC1E-5B28-CEF4FD6C8F37}"/>
          </ac:spMkLst>
        </pc:spChg>
        <pc:spChg chg="mod">
          <ac:chgData name="Dev Patel" userId="770b15c3-b10d-4271-992b-f3507800e408" providerId="ADAL" clId="{8D5CC98F-AD21-53D6-A596-2E0EADE2D477}" dt="2025-09-10T18:40:13.643" v="1465" actId="27636"/>
          <ac:spMkLst>
            <pc:docMk/>
            <pc:sldMk cId="1402282190" sldId="292"/>
            <ac:spMk id="5" creationId="{92DC8F16-0672-4F47-EE8E-7C228296BF24}"/>
          </ac:spMkLst>
        </pc:spChg>
        <pc:spChg chg="add mod">
          <ac:chgData name="Dev Patel" userId="770b15c3-b10d-4271-992b-f3507800e408" providerId="ADAL" clId="{8D5CC98F-AD21-53D6-A596-2E0EADE2D477}" dt="2025-09-11T00:36:14.416" v="2087" actId="27636"/>
          <ac:spMkLst>
            <pc:docMk/>
            <pc:sldMk cId="1402282190" sldId="292"/>
            <ac:spMk id="12" creationId="{DF7ED5A3-78C2-1381-3B36-FDD393C49C6B}"/>
          </ac:spMkLst>
        </pc:spChg>
        <pc:picChg chg="add del mod">
          <ac:chgData name="Dev Patel" userId="770b15c3-b10d-4271-992b-f3507800e408" providerId="ADAL" clId="{8D5CC98F-AD21-53D6-A596-2E0EADE2D477}" dt="2025-09-10T01:16:41.500" v="685" actId="478"/>
          <ac:picMkLst>
            <pc:docMk/>
            <pc:sldMk cId="1402282190" sldId="292"/>
            <ac:picMk id="7" creationId="{A0D7E73B-F4CF-7254-103C-7E5F554ABAB1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1T17:11:37.919" v="3437" actId="1076"/>
        <pc:sldMkLst>
          <pc:docMk/>
          <pc:sldMk cId="3404087221" sldId="293"/>
        </pc:sldMkLst>
        <pc:spChg chg="mod">
          <ac:chgData name="Dev Patel" userId="770b15c3-b10d-4271-992b-f3507800e408" providerId="ADAL" clId="{8D5CC98F-AD21-53D6-A596-2E0EADE2D477}" dt="2025-09-09T22:23:34.373" v="403" actId="20577"/>
          <ac:spMkLst>
            <pc:docMk/>
            <pc:sldMk cId="3404087221" sldId="293"/>
            <ac:spMk id="2" creationId="{3B66A3F0-E9D6-E45E-E622-C381617ABE77}"/>
          </ac:spMkLst>
        </pc:spChg>
        <pc:spChg chg="mod">
          <ac:chgData name="Dev Patel" userId="770b15c3-b10d-4271-992b-f3507800e408" providerId="ADAL" clId="{8D5CC98F-AD21-53D6-A596-2E0EADE2D477}" dt="2025-09-10T01:42:27.188" v="854" actId="20577"/>
          <ac:spMkLst>
            <pc:docMk/>
            <pc:sldMk cId="3404087221" sldId="293"/>
            <ac:spMk id="4" creationId="{495AADCA-3F95-8B50-C77E-46DEFFB01866}"/>
          </ac:spMkLst>
        </pc:spChg>
        <pc:spChg chg="mod">
          <ac:chgData name="Dev Patel" userId="770b15c3-b10d-4271-992b-f3507800e408" providerId="ADAL" clId="{8D5CC98F-AD21-53D6-A596-2E0EADE2D477}" dt="2025-09-10T18:40:18.923" v="1467"/>
          <ac:spMkLst>
            <pc:docMk/>
            <pc:sldMk cId="3404087221" sldId="293"/>
            <ac:spMk id="5" creationId="{E66E45D9-A34D-18BB-3AB9-4D066B6DC5C5}"/>
          </ac:spMkLst>
        </pc:spChg>
        <pc:picChg chg="add mod">
          <ac:chgData name="Dev Patel" userId="770b15c3-b10d-4271-992b-f3507800e408" providerId="ADAL" clId="{8D5CC98F-AD21-53D6-A596-2E0EADE2D477}" dt="2025-09-11T17:11:37.919" v="3437" actId="1076"/>
          <ac:picMkLst>
            <pc:docMk/>
            <pc:sldMk cId="3404087221" sldId="293"/>
            <ac:picMk id="3" creationId="{C829D13B-1B9A-BBED-872E-052D8B6C589A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1T02:48:30.187" v="3392" actId="20577"/>
        <pc:sldMkLst>
          <pc:docMk/>
          <pc:sldMk cId="101827522" sldId="294"/>
        </pc:sldMkLst>
        <pc:spChg chg="mod">
          <ac:chgData name="Dev Patel" userId="770b15c3-b10d-4271-992b-f3507800e408" providerId="ADAL" clId="{8D5CC98F-AD21-53D6-A596-2E0EADE2D477}" dt="2025-09-09T22:18:42.391" v="342" actId="20577"/>
          <ac:spMkLst>
            <pc:docMk/>
            <pc:sldMk cId="101827522" sldId="294"/>
            <ac:spMk id="2" creationId="{C41DCA80-D66E-F18F-DF6F-8E07ACD4C588}"/>
          </ac:spMkLst>
        </pc:spChg>
        <pc:spChg chg="add mod">
          <ac:chgData name="Dev Patel" userId="770b15c3-b10d-4271-992b-f3507800e408" providerId="ADAL" clId="{8D5CC98F-AD21-53D6-A596-2E0EADE2D477}" dt="2025-09-10T01:27:50.128" v="797" actId="123"/>
          <ac:spMkLst>
            <pc:docMk/>
            <pc:sldMk cId="101827522" sldId="294"/>
            <ac:spMk id="3" creationId="{34C224E4-230A-2DAE-65D1-476B49C52C82}"/>
          </ac:spMkLst>
        </pc:spChg>
        <pc:spChg chg="del mod">
          <ac:chgData name="Dev Patel" userId="770b15c3-b10d-4271-992b-f3507800e408" providerId="ADAL" clId="{8D5CC98F-AD21-53D6-A596-2E0EADE2D477}" dt="2025-09-10T01:23:10.003" v="702" actId="478"/>
          <ac:spMkLst>
            <pc:docMk/>
            <pc:sldMk cId="101827522" sldId="294"/>
            <ac:spMk id="4" creationId="{40E2783C-9DA5-4D72-DAA7-1DE5ADFD3FB8}"/>
          </ac:spMkLst>
        </pc:spChg>
        <pc:spChg chg="mod">
          <ac:chgData name="Dev Patel" userId="770b15c3-b10d-4271-992b-f3507800e408" providerId="ADAL" clId="{8D5CC98F-AD21-53D6-A596-2E0EADE2D477}" dt="2025-09-10T18:40:23.826" v="1469"/>
          <ac:spMkLst>
            <pc:docMk/>
            <pc:sldMk cId="101827522" sldId="294"/>
            <ac:spMk id="5" creationId="{61506A18-E79F-C6E8-1B28-76C078CCBA4B}"/>
          </ac:spMkLst>
        </pc:spChg>
        <pc:picChg chg="add mod">
          <ac:chgData name="Dev Patel" userId="770b15c3-b10d-4271-992b-f3507800e408" providerId="ADAL" clId="{8D5CC98F-AD21-53D6-A596-2E0EADE2D477}" dt="2025-09-10T01:22:33.109" v="695" actId="1076"/>
          <ac:picMkLst>
            <pc:docMk/>
            <pc:sldMk cId="101827522" sldId="294"/>
            <ac:picMk id="7" creationId="{41330CA8-9705-54F1-41DE-36BEC792704E}"/>
          </ac:picMkLst>
        </pc:picChg>
      </pc:sldChg>
      <pc:sldChg chg="addSp delSp modSp new mod modClrScheme chgLayout modNotesTx">
        <pc:chgData name="Dev Patel" userId="770b15c3-b10d-4271-992b-f3507800e408" providerId="ADAL" clId="{8D5CC98F-AD21-53D6-A596-2E0EADE2D477}" dt="2025-09-10T18:40:29.555" v="1472" actId="27636"/>
        <pc:sldMkLst>
          <pc:docMk/>
          <pc:sldMk cId="1504478065" sldId="295"/>
        </pc:sldMkLst>
        <pc:spChg chg="mod ord">
          <ac:chgData name="Dev Patel" userId="770b15c3-b10d-4271-992b-f3507800e408" providerId="ADAL" clId="{8D5CC98F-AD21-53D6-A596-2E0EADE2D477}" dt="2025-09-10T01:57:27.049" v="961" actId="26606"/>
          <ac:spMkLst>
            <pc:docMk/>
            <pc:sldMk cId="1504478065" sldId="295"/>
            <ac:spMk id="2" creationId="{23A42D90-4A5C-0EBC-B621-9FEE4E0C5658}"/>
          </ac:spMkLst>
        </pc:spChg>
        <pc:spChg chg="mod ord">
          <ac:chgData name="Dev Patel" userId="770b15c3-b10d-4271-992b-f3507800e408" providerId="ADAL" clId="{8D5CC98F-AD21-53D6-A596-2E0EADE2D477}" dt="2025-09-10T18:40:29.555" v="1472" actId="27636"/>
          <ac:spMkLst>
            <pc:docMk/>
            <pc:sldMk cId="1504478065" sldId="295"/>
            <ac:spMk id="5" creationId="{FA3120AE-D7E2-68D1-931C-19456571D7C3}"/>
          </ac:spMkLst>
        </pc:spChg>
        <pc:spChg chg="add mod">
          <ac:chgData name="Dev Patel" userId="770b15c3-b10d-4271-992b-f3507800e408" providerId="ADAL" clId="{8D5CC98F-AD21-53D6-A596-2E0EADE2D477}" dt="2025-09-10T02:00:47.752" v="990" actId="1076"/>
          <ac:spMkLst>
            <pc:docMk/>
            <pc:sldMk cId="1504478065" sldId="295"/>
            <ac:spMk id="11" creationId="{097EE8AE-A50F-F3D5-7D93-8C12533CFAF7}"/>
          </ac:spMkLst>
        </pc:spChg>
        <pc:spChg chg="add mod">
          <ac:chgData name="Dev Patel" userId="770b15c3-b10d-4271-992b-f3507800e408" providerId="ADAL" clId="{8D5CC98F-AD21-53D6-A596-2E0EADE2D477}" dt="2025-09-10T02:01:09.884" v="992" actId="1076"/>
          <ac:spMkLst>
            <pc:docMk/>
            <pc:sldMk cId="1504478065" sldId="295"/>
            <ac:spMk id="12" creationId="{760AE9F5-2E82-9DCB-3814-13B28D30AC1B}"/>
          </ac:spMkLst>
        </pc:spChg>
        <pc:spChg chg="add mod">
          <ac:chgData name="Dev Patel" userId="770b15c3-b10d-4271-992b-f3507800e408" providerId="ADAL" clId="{8D5CC98F-AD21-53D6-A596-2E0EADE2D477}" dt="2025-09-10T01:59:49.816" v="989" actId="1076"/>
          <ac:spMkLst>
            <pc:docMk/>
            <pc:sldMk cId="1504478065" sldId="295"/>
            <ac:spMk id="14" creationId="{BFBFDFC2-3A51-CB99-1BBF-EBE9970DCF6F}"/>
          </ac:spMkLst>
        </pc:spChg>
        <pc:spChg chg="add del mod ord">
          <ac:chgData name="Dev Patel" userId="770b15c3-b10d-4271-992b-f3507800e408" providerId="ADAL" clId="{8D5CC98F-AD21-53D6-A596-2E0EADE2D477}" dt="2025-09-10T01:45:05.084" v="907" actId="478"/>
          <ac:spMkLst>
            <pc:docMk/>
            <pc:sldMk cId="1504478065" sldId="295"/>
            <ac:spMk id="16" creationId="{45342BD5-B0B0-2F64-41A6-C238486142BC}"/>
          </ac:spMkLst>
        </pc:spChg>
        <pc:spChg chg="add mod">
          <ac:chgData name="Dev Patel" userId="770b15c3-b10d-4271-992b-f3507800e408" providerId="ADAL" clId="{8D5CC98F-AD21-53D6-A596-2E0EADE2D477}" dt="2025-09-10T01:59:20.399" v="985" actId="1076"/>
          <ac:spMkLst>
            <pc:docMk/>
            <pc:sldMk cId="1504478065" sldId="295"/>
            <ac:spMk id="17" creationId="{6F652D24-35EC-EE14-7AD1-81A697F0926F}"/>
          </ac:spMkLst>
        </pc:spChg>
        <pc:graphicFrameChg chg="add del mod">
          <ac:chgData name="Dev Patel" userId="770b15c3-b10d-4271-992b-f3507800e408" providerId="ADAL" clId="{8D5CC98F-AD21-53D6-A596-2E0EADE2D477}" dt="2025-09-10T01:44:22.927" v="895" actId="478"/>
          <ac:graphicFrameMkLst>
            <pc:docMk/>
            <pc:sldMk cId="1504478065" sldId="295"/>
            <ac:graphicFrameMk id="7" creationId="{929FAB2C-AA17-64BC-75A2-05DA00877D36}"/>
          </ac:graphicFrameMkLst>
        </pc:graphicFrameChg>
        <pc:picChg chg="add del mod">
          <ac:chgData name="Dev Patel" userId="770b15c3-b10d-4271-992b-f3507800e408" providerId="ADAL" clId="{8D5CC98F-AD21-53D6-A596-2E0EADE2D477}" dt="2025-09-10T01:57:27.049" v="961" actId="26606"/>
          <ac:picMkLst>
            <pc:docMk/>
            <pc:sldMk cId="1504478065" sldId="295"/>
            <ac:picMk id="4" creationId="{39C8A5F2-1871-5D56-6BE9-FBFC3CDEDDB6}"/>
          </ac:picMkLst>
        </pc:picChg>
        <pc:picChg chg="add del mod">
          <ac:chgData name="Dev Patel" userId="770b15c3-b10d-4271-992b-f3507800e408" providerId="ADAL" clId="{8D5CC98F-AD21-53D6-A596-2E0EADE2D477}" dt="2025-09-10T01:57:32.599" v="966" actId="1076"/>
          <ac:picMkLst>
            <pc:docMk/>
            <pc:sldMk cId="1504478065" sldId="295"/>
            <ac:picMk id="8" creationId="{A041D503-693C-051F-781A-B7FE21435B02}"/>
          </ac:picMkLst>
        </pc:picChg>
        <pc:picChg chg="add del mod">
          <ac:chgData name="Dev Patel" userId="770b15c3-b10d-4271-992b-f3507800e408" providerId="ADAL" clId="{8D5CC98F-AD21-53D6-A596-2E0EADE2D477}" dt="2025-09-10T01:57:24.070" v="956"/>
          <ac:picMkLst>
            <pc:docMk/>
            <pc:sldMk cId="1504478065" sldId="295"/>
            <ac:picMk id="9" creationId="{63DC0BEF-5A83-A59E-A9FF-4DD8C4A07D9C}"/>
          </ac:picMkLst>
        </pc:picChg>
        <pc:picChg chg="add del mod">
          <ac:chgData name="Dev Patel" userId="770b15c3-b10d-4271-992b-f3507800e408" providerId="ADAL" clId="{8D5CC98F-AD21-53D6-A596-2E0EADE2D477}" dt="2025-09-10T02:01:00.633" v="991" actId="1076"/>
          <ac:picMkLst>
            <pc:docMk/>
            <pc:sldMk cId="1504478065" sldId="295"/>
            <ac:picMk id="10" creationId="{ADFB5940-4596-5E73-6260-79BA2F71E7C7}"/>
          </ac:picMkLst>
        </pc:picChg>
        <pc:picChg chg="add del mod">
          <ac:chgData name="Dev Patel" userId="770b15c3-b10d-4271-992b-f3507800e408" providerId="ADAL" clId="{8D5CC98F-AD21-53D6-A596-2E0EADE2D477}" dt="2025-09-10T02:01:15.140" v="994" actId="1076"/>
          <ac:picMkLst>
            <pc:docMk/>
            <pc:sldMk cId="1504478065" sldId="295"/>
            <ac:picMk id="13" creationId="{2C07D0DB-18F3-B2AB-2870-C7FAFB61BB1A}"/>
          </ac:picMkLst>
        </pc:picChg>
        <pc:picChg chg="add del mod">
          <ac:chgData name="Dev Patel" userId="770b15c3-b10d-4271-992b-f3507800e408" providerId="ADAL" clId="{8D5CC98F-AD21-53D6-A596-2E0EADE2D477}" dt="2025-09-10T01:59:13.683" v="983" actId="1076"/>
          <ac:picMkLst>
            <pc:docMk/>
            <pc:sldMk cId="1504478065" sldId="295"/>
            <ac:picMk id="15" creationId="{75650BA2-9AA6-7DC8-8516-E81C0EAA624F}"/>
          </ac:picMkLst>
        </pc:picChg>
      </pc:sldChg>
      <pc:sldChg chg="addSp delSp modSp new mod ord modNotesTx">
        <pc:chgData name="Dev Patel" userId="770b15c3-b10d-4271-992b-f3507800e408" providerId="ADAL" clId="{8D5CC98F-AD21-53D6-A596-2E0EADE2D477}" dt="2025-09-11T00:41:40.974" v="2113" actId="20578"/>
        <pc:sldMkLst>
          <pc:docMk/>
          <pc:sldMk cId="1505806744" sldId="296"/>
        </pc:sldMkLst>
        <pc:spChg chg="mod">
          <ac:chgData name="Dev Patel" userId="770b15c3-b10d-4271-992b-f3507800e408" providerId="ADAL" clId="{8D5CC98F-AD21-53D6-A596-2E0EADE2D477}" dt="2025-09-10T02:21:28.658" v="1035" actId="20577"/>
          <ac:spMkLst>
            <pc:docMk/>
            <pc:sldMk cId="1505806744" sldId="296"/>
            <ac:spMk id="2" creationId="{A4D06732-C972-3039-F166-E12A70C0EDFB}"/>
          </ac:spMkLst>
        </pc:spChg>
        <pc:spChg chg="del mod">
          <ac:chgData name="Dev Patel" userId="770b15c3-b10d-4271-992b-f3507800e408" providerId="ADAL" clId="{8D5CC98F-AD21-53D6-A596-2E0EADE2D477}" dt="2025-09-10T02:22:06.479" v="1047" actId="478"/>
          <ac:spMkLst>
            <pc:docMk/>
            <pc:sldMk cId="1505806744" sldId="296"/>
            <ac:spMk id="3" creationId="{AB6B021B-8627-3DF4-23CF-5E4002E838D6}"/>
          </ac:spMkLst>
        </pc:spChg>
        <pc:spChg chg="del">
          <ac:chgData name="Dev Patel" userId="770b15c3-b10d-4271-992b-f3507800e408" providerId="ADAL" clId="{8D5CC98F-AD21-53D6-A596-2E0EADE2D477}" dt="2025-09-10T02:14:14.326" v="1032" actId="478"/>
          <ac:spMkLst>
            <pc:docMk/>
            <pc:sldMk cId="1505806744" sldId="296"/>
            <ac:spMk id="4" creationId="{4B1428F0-7905-753A-0948-371CB643C9E8}"/>
          </ac:spMkLst>
        </pc:spChg>
        <pc:spChg chg="mod">
          <ac:chgData name="Dev Patel" userId="770b15c3-b10d-4271-992b-f3507800e408" providerId="ADAL" clId="{8D5CC98F-AD21-53D6-A596-2E0EADE2D477}" dt="2025-09-10T18:40:38.324" v="1474"/>
          <ac:spMkLst>
            <pc:docMk/>
            <pc:sldMk cId="1505806744" sldId="296"/>
            <ac:spMk id="5" creationId="{20E72AB6-7B96-FC17-9D18-35E2FF1C18B2}"/>
          </ac:spMkLst>
        </pc:spChg>
        <pc:spChg chg="add del mod">
          <ac:chgData name="Dev Patel" userId="770b15c3-b10d-4271-992b-f3507800e408" providerId="ADAL" clId="{8D5CC98F-AD21-53D6-A596-2E0EADE2D477}" dt="2025-09-10T02:23:13.049" v="1060" actId="478"/>
          <ac:spMkLst>
            <pc:docMk/>
            <pc:sldMk cId="1505806744" sldId="296"/>
            <ac:spMk id="7" creationId="{EF129C10-1149-BD4A-6008-8C8832B69A7D}"/>
          </ac:spMkLst>
        </pc:spChg>
        <pc:spChg chg="add mod">
          <ac:chgData name="Dev Patel" userId="770b15c3-b10d-4271-992b-f3507800e408" providerId="ADAL" clId="{8D5CC98F-AD21-53D6-A596-2E0EADE2D477}" dt="2025-09-10T02:24:36.334" v="1099" actId="20577"/>
          <ac:spMkLst>
            <pc:docMk/>
            <pc:sldMk cId="1505806744" sldId="296"/>
            <ac:spMk id="9" creationId="{2F888FB6-53DA-768C-4605-41103AF7DBF2}"/>
          </ac:spMkLst>
        </pc:spChg>
      </pc:sldChg>
      <pc:sldChg chg="addSp delSp modSp new mod modClrScheme chgLayout modNotesTx">
        <pc:chgData name="Dev Patel" userId="770b15c3-b10d-4271-992b-f3507800e408" providerId="ADAL" clId="{8D5CC98F-AD21-53D6-A596-2E0EADE2D477}" dt="2025-09-11T00:42:47.472" v="2121" actId="1076"/>
        <pc:sldMkLst>
          <pc:docMk/>
          <pc:sldMk cId="3396517581" sldId="297"/>
        </pc:sldMkLst>
        <pc:spChg chg="mod">
          <ac:chgData name="Dev Patel" userId="770b15c3-b10d-4271-992b-f3507800e408" providerId="ADAL" clId="{8D5CC98F-AD21-53D6-A596-2E0EADE2D477}" dt="2025-09-10T02:45:45.263" v="1160" actId="26606"/>
          <ac:spMkLst>
            <pc:docMk/>
            <pc:sldMk cId="3396517581" sldId="297"/>
            <ac:spMk id="2" creationId="{C34B2874-FBF4-864F-994F-4B68FFCE3EA1}"/>
          </ac:spMkLst>
        </pc:spChg>
        <pc:spChg chg="add del">
          <ac:chgData name="Dev Patel" userId="770b15c3-b10d-4271-992b-f3507800e408" providerId="ADAL" clId="{8D5CC98F-AD21-53D6-A596-2E0EADE2D477}" dt="2025-09-10T02:39:02.923" v="1149" actId="478"/>
          <ac:spMkLst>
            <pc:docMk/>
            <pc:sldMk cId="3396517581" sldId="297"/>
            <ac:spMk id="3" creationId="{BCD35150-B15B-BBE8-242D-1506EE065B7F}"/>
          </ac:spMkLst>
        </pc:spChg>
        <pc:spChg chg="del">
          <ac:chgData name="Dev Patel" userId="770b15c3-b10d-4271-992b-f3507800e408" providerId="ADAL" clId="{8D5CC98F-AD21-53D6-A596-2E0EADE2D477}" dt="2025-09-10T02:26:38.095" v="1120" actId="478"/>
          <ac:spMkLst>
            <pc:docMk/>
            <pc:sldMk cId="3396517581" sldId="297"/>
            <ac:spMk id="4" creationId="{548816AF-B24D-4CE9-75D6-AA287B0CCE71}"/>
          </ac:spMkLst>
        </pc:spChg>
        <pc:spChg chg="mod ord">
          <ac:chgData name="Dev Patel" userId="770b15c3-b10d-4271-992b-f3507800e408" providerId="ADAL" clId="{8D5CC98F-AD21-53D6-A596-2E0EADE2D477}" dt="2025-09-10T18:40:45.325" v="1477" actId="27636"/>
          <ac:spMkLst>
            <pc:docMk/>
            <pc:sldMk cId="3396517581" sldId="297"/>
            <ac:spMk id="5" creationId="{9D234A76-B6C7-9199-7174-D4189EE0A22F}"/>
          </ac:spMkLst>
        </pc:spChg>
        <pc:spChg chg="add del mod">
          <ac:chgData name="Dev Patel" userId="770b15c3-b10d-4271-992b-f3507800e408" providerId="ADAL" clId="{8D5CC98F-AD21-53D6-A596-2E0EADE2D477}" dt="2025-09-10T02:34:59.032" v="1147" actId="22"/>
          <ac:spMkLst>
            <pc:docMk/>
            <pc:sldMk cId="3396517581" sldId="297"/>
            <ac:spMk id="7" creationId="{C62960CC-F97F-1DEF-3BF2-43FECA83A317}"/>
          </ac:spMkLst>
        </pc:spChg>
        <pc:spChg chg="add mod ord">
          <ac:chgData name="Dev Patel" userId="770b15c3-b10d-4271-992b-f3507800e408" providerId="ADAL" clId="{8D5CC98F-AD21-53D6-A596-2E0EADE2D477}" dt="2025-09-11T00:42:43.552" v="2120" actId="27636"/>
          <ac:spMkLst>
            <pc:docMk/>
            <pc:sldMk cId="3396517581" sldId="297"/>
            <ac:spMk id="10" creationId="{4F8E520D-761B-2587-6BEB-F37B504C54A0}"/>
          </ac:spMkLst>
        </pc:spChg>
        <pc:spChg chg="add del mod">
          <ac:chgData name="Dev Patel" userId="770b15c3-b10d-4271-992b-f3507800e408" providerId="ADAL" clId="{8D5CC98F-AD21-53D6-A596-2E0EADE2D477}" dt="2025-09-10T02:34:05.095" v="1134" actId="26606"/>
          <ac:spMkLst>
            <pc:docMk/>
            <pc:sldMk cId="3396517581" sldId="297"/>
            <ac:spMk id="13" creationId="{2799FE41-9767-F1ED-4D5D-A8666087CEC0}"/>
          </ac:spMkLst>
        </pc:spChg>
        <pc:graphicFrameChg chg="add del">
          <ac:chgData name="Dev Patel" userId="770b15c3-b10d-4271-992b-f3507800e408" providerId="ADAL" clId="{8D5CC98F-AD21-53D6-A596-2E0EADE2D477}" dt="2025-09-10T02:33:47.703" v="1132" actId="26606"/>
          <ac:graphicFrameMkLst>
            <pc:docMk/>
            <pc:sldMk cId="3396517581" sldId="297"/>
            <ac:graphicFrameMk id="9" creationId="{A3E875A6-23B7-7BB3-B7DD-4EEE9881C6A6}"/>
          </ac:graphicFrameMkLst>
        </pc:graphicFrameChg>
        <pc:graphicFrameChg chg="add del">
          <ac:chgData name="Dev Patel" userId="770b15c3-b10d-4271-992b-f3507800e408" providerId="ADAL" clId="{8D5CC98F-AD21-53D6-A596-2E0EADE2D477}" dt="2025-09-10T02:34:05.095" v="1134" actId="26606"/>
          <ac:graphicFrameMkLst>
            <pc:docMk/>
            <pc:sldMk cId="3396517581" sldId="297"/>
            <ac:graphicFrameMk id="11" creationId="{51464BEE-E182-4F85-939F-883E2CC78CAA}"/>
          </ac:graphicFrameMkLst>
        </pc:graphicFrameChg>
        <pc:graphicFrameChg chg="add del">
          <ac:chgData name="Dev Patel" userId="770b15c3-b10d-4271-992b-f3507800e408" providerId="ADAL" clId="{8D5CC98F-AD21-53D6-A596-2E0EADE2D477}" dt="2025-09-10T02:34:14.394" v="1136" actId="26606"/>
          <ac:graphicFrameMkLst>
            <pc:docMk/>
            <pc:sldMk cId="3396517581" sldId="297"/>
            <ac:graphicFrameMk id="15" creationId="{69F5BBC0-FB3D-CC8E-2CB5-8CDAD2ECC6C6}"/>
          </ac:graphicFrameMkLst>
        </pc:graphicFrameChg>
        <pc:graphicFrameChg chg="add del">
          <ac:chgData name="Dev Patel" userId="770b15c3-b10d-4271-992b-f3507800e408" providerId="ADAL" clId="{8D5CC98F-AD21-53D6-A596-2E0EADE2D477}" dt="2025-09-10T02:34:54.758" v="1138" actId="26606"/>
          <ac:graphicFrameMkLst>
            <pc:docMk/>
            <pc:sldMk cId="3396517581" sldId="297"/>
            <ac:graphicFrameMk id="17" creationId="{A3E875A6-23B7-7BB3-B7DD-4EEE9881C6A6}"/>
          </ac:graphicFrameMkLst>
        </pc:graphicFrameChg>
        <pc:picChg chg="add mod">
          <ac:chgData name="Dev Patel" userId="770b15c3-b10d-4271-992b-f3507800e408" providerId="ADAL" clId="{8D5CC98F-AD21-53D6-A596-2E0EADE2D477}" dt="2025-09-11T00:42:47.472" v="2121" actId="1076"/>
          <ac:picMkLst>
            <pc:docMk/>
            <pc:sldMk cId="3396517581" sldId="297"/>
            <ac:picMk id="14" creationId="{E7AF1048-9DAF-252E-0D47-4C1C76548E12}"/>
          </ac:picMkLst>
        </pc:picChg>
      </pc:sldChg>
      <pc:sldChg chg="addSp delSp modSp new mod">
        <pc:chgData name="Dev Patel" userId="770b15c3-b10d-4271-992b-f3507800e408" providerId="ADAL" clId="{8D5CC98F-AD21-53D6-A596-2E0EADE2D477}" dt="2025-09-10T18:40:50.129" v="1478"/>
        <pc:sldMkLst>
          <pc:docMk/>
          <pc:sldMk cId="2623564435" sldId="298"/>
        </pc:sldMkLst>
        <pc:spChg chg="mod">
          <ac:chgData name="Dev Patel" userId="770b15c3-b10d-4271-992b-f3507800e408" providerId="ADAL" clId="{8D5CC98F-AD21-53D6-A596-2E0EADE2D477}" dt="2025-09-10T02:47:52.862" v="1187" actId="20577"/>
          <ac:spMkLst>
            <pc:docMk/>
            <pc:sldMk cId="2623564435" sldId="298"/>
            <ac:spMk id="2" creationId="{214B0324-EEAC-6199-B80F-BAEC26102CE8}"/>
          </ac:spMkLst>
        </pc:spChg>
        <pc:spChg chg="del">
          <ac:chgData name="Dev Patel" userId="770b15c3-b10d-4271-992b-f3507800e408" providerId="ADAL" clId="{8D5CC98F-AD21-53D6-A596-2E0EADE2D477}" dt="2025-09-10T02:48:04.643" v="1188" actId="478"/>
          <ac:spMkLst>
            <pc:docMk/>
            <pc:sldMk cId="2623564435" sldId="298"/>
            <ac:spMk id="3" creationId="{CEFA5348-686E-CAF7-14AD-1CAD918433BF}"/>
          </ac:spMkLst>
        </pc:spChg>
        <pc:spChg chg="del">
          <ac:chgData name="Dev Patel" userId="770b15c3-b10d-4271-992b-f3507800e408" providerId="ADAL" clId="{8D5CC98F-AD21-53D6-A596-2E0EADE2D477}" dt="2025-09-10T02:48:06.951" v="1189" actId="478"/>
          <ac:spMkLst>
            <pc:docMk/>
            <pc:sldMk cId="2623564435" sldId="298"/>
            <ac:spMk id="4" creationId="{7EDE7BCE-38E7-6DB9-4DEB-39B24F241B0E}"/>
          </ac:spMkLst>
        </pc:spChg>
        <pc:spChg chg="mod">
          <ac:chgData name="Dev Patel" userId="770b15c3-b10d-4271-992b-f3507800e408" providerId="ADAL" clId="{8D5CC98F-AD21-53D6-A596-2E0EADE2D477}" dt="2025-09-10T18:40:50.129" v="1478"/>
          <ac:spMkLst>
            <pc:docMk/>
            <pc:sldMk cId="2623564435" sldId="298"/>
            <ac:spMk id="5" creationId="{6DA4663A-713F-9152-9DB0-7F9559E8D74A}"/>
          </ac:spMkLst>
        </pc:spChg>
        <pc:spChg chg="add mod">
          <ac:chgData name="Dev Patel" userId="770b15c3-b10d-4271-992b-f3507800e408" providerId="ADAL" clId="{8D5CC98F-AD21-53D6-A596-2E0EADE2D477}" dt="2025-09-10T02:49:55.260" v="1216" actId="1076"/>
          <ac:spMkLst>
            <pc:docMk/>
            <pc:sldMk cId="2623564435" sldId="298"/>
            <ac:spMk id="9" creationId="{AEC3CA49-7FB8-BAEB-D0A1-C828535620B7}"/>
          </ac:spMkLst>
        </pc:spChg>
        <pc:picChg chg="add del mod">
          <ac:chgData name="Dev Patel" userId="770b15c3-b10d-4271-992b-f3507800e408" providerId="ADAL" clId="{8D5CC98F-AD21-53D6-A596-2E0EADE2D477}" dt="2025-09-10T02:48:38.958" v="1193" actId="478"/>
          <ac:picMkLst>
            <pc:docMk/>
            <pc:sldMk cId="2623564435" sldId="298"/>
            <ac:picMk id="7" creationId="{6C556A52-084E-C4BB-C17E-5831C936423B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0T18:40:57.245" v="1479"/>
        <pc:sldMkLst>
          <pc:docMk/>
          <pc:sldMk cId="4039955536" sldId="299"/>
        </pc:sldMkLst>
        <pc:spChg chg="mod">
          <ac:chgData name="Dev Patel" userId="770b15c3-b10d-4271-992b-f3507800e408" providerId="ADAL" clId="{8D5CC98F-AD21-53D6-A596-2E0EADE2D477}" dt="2025-09-10T03:01:20.063" v="1237" actId="20577"/>
          <ac:spMkLst>
            <pc:docMk/>
            <pc:sldMk cId="4039955536" sldId="299"/>
            <ac:spMk id="2" creationId="{2CB9AFC2-0920-CB41-6AE8-1246B343F800}"/>
          </ac:spMkLst>
        </pc:spChg>
        <pc:spChg chg="del">
          <ac:chgData name="Dev Patel" userId="770b15c3-b10d-4271-992b-f3507800e408" providerId="ADAL" clId="{8D5CC98F-AD21-53D6-A596-2E0EADE2D477}" dt="2025-09-10T03:07:59.948" v="1238" actId="478"/>
          <ac:spMkLst>
            <pc:docMk/>
            <pc:sldMk cId="4039955536" sldId="299"/>
            <ac:spMk id="3" creationId="{E42422E0-28FA-383C-B6EF-F2B02F597C66}"/>
          </ac:spMkLst>
        </pc:spChg>
        <pc:spChg chg="del">
          <ac:chgData name="Dev Patel" userId="770b15c3-b10d-4271-992b-f3507800e408" providerId="ADAL" clId="{8D5CC98F-AD21-53D6-A596-2E0EADE2D477}" dt="2025-09-10T03:08:04.303" v="1239" actId="478"/>
          <ac:spMkLst>
            <pc:docMk/>
            <pc:sldMk cId="4039955536" sldId="299"/>
            <ac:spMk id="4" creationId="{7C9952F2-96D5-8493-85BB-FC0BAA287E86}"/>
          </ac:spMkLst>
        </pc:spChg>
        <pc:spChg chg="mod">
          <ac:chgData name="Dev Patel" userId="770b15c3-b10d-4271-992b-f3507800e408" providerId="ADAL" clId="{8D5CC98F-AD21-53D6-A596-2E0EADE2D477}" dt="2025-09-10T18:40:57.245" v="1479"/>
          <ac:spMkLst>
            <pc:docMk/>
            <pc:sldMk cId="4039955536" sldId="299"/>
            <ac:spMk id="5" creationId="{0E9374F6-C058-53CA-4D1E-AFFF3CDA268E}"/>
          </ac:spMkLst>
        </pc:spChg>
        <pc:spChg chg="add mod">
          <ac:chgData name="Dev Patel" userId="770b15c3-b10d-4271-992b-f3507800e408" providerId="ADAL" clId="{8D5CC98F-AD21-53D6-A596-2E0EADE2D477}" dt="2025-09-10T03:11:00.068" v="1281" actId="1076"/>
          <ac:spMkLst>
            <pc:docMk/>
            <pc:sldMk cId="4039955536" sldId="299"/>
            <ac:spMk id="7" creationId="{F8DF6871-83C7-1502-FBD2-11556ACCEB33}"/>
          </ac:spMkLst>
        </pc:spChg>
        <pc:graphicFrameChg chg="add mod modGraphic">
          <ac:chgData name="Dev Patel" userId="770b15c3-b10d-4271-992b-f3507800e408" providerId="ADAL" clId="{8D5CC98F-AD21-53D6-A596-2E0EADE2D477}" dt="2025-09-10T03:13:17.548" v="1289" actId="13926"/>
          <ac:graphicFrameMkLst>
            <pc:docMk/>
            <pc:sldMk cId="4039955536" sldId="299"/>
            <ac:graphicFrameMk id="8" creationId="{99106B3B-CA6A-56D6-3D8C-4ADE3609671A}"/>
          </ac:graphicFrameMkLst>
        </pc:graphicFrameChg>
      </pc:sldChg>
      <pc:sldChg chg="addSp delSp modSp new add del mod modNotesTx">
        <pc:chgData name="Dev Patel" userId="770b15c3-b10d-4271-992b-f3507800e408" providerId="ADAL" clId="{8D5CC98F-AD21-53D6-A596-2E0EADE2D477}" dt="2025-09-11T18:52:21.280" v="3439" actId="2696"/>
        <pc:sldMkLst>
          <pc:docMk/>
          <pc:sldMk cId="2596747033" sldId="300"/>
        </pc:sldMkLst>
        <pc:spChg chg="mod">
          <ac:chgData name="Dev Patel" userId="770b15c3-b10d-4271-992b-f3507800e408" providerId="ADAL" clId="{8D5CC98F-AD21-53D6-A596-2E0EADE2D477}" dt="2025-09-10T03:28:58.282" v="1330" actId="1076"/>
          <ac:spMkLst>
            <pc:docMk/>
            <pc:sldMk cId="2596747033" sldId="300"/>
            <ac:spMk id="2" creationId="{D323ABD9-25D8-9876-76A5-E870F74A94AB}"/>
          </ac:spMkLst>
        </pc:spChg>
        <pc:spChg chg="del">
          <ac:chgData name="Dev Patel" userId="770b15c3-b10d-4271-992b-f3507800e408" providerId="ADAL" clId="{8D5CC98F-AD21-53D6-A596-2E0EADE2D477}" dt="2025-09-10T03:15:10.860" v="1314" actId="478"/>
          <ac:spMkLst>
            <pc:docMk/>
            <pc:sldMk cId="2596747033" sldId="300"/>
            <ac:spMk id="3" creationId="{EFAEC5DB-3607-6503-A7F1-5A791FF775B0}"/>
          </ac:spMkLst>
        </pc:spChg>
        <pc:spChg chg="del">
          <ac:chgData name="Dev Patel" userId="770b15c3-b10d-4271-992b-f3507800e408" providerId="ADAL" clId="{8D5CC98F-AD21-53D6-A596-2E0EADE2D477}" dt="2025-09-10T03:15:13.977" v="1315" actId="478"/>
          <ac:spMkLst>
            <pc:docMk/>
            <pc:sldMk cId="2596747033" sldId="300"/>
            <ac:spMk id="4" creationId="{AC204461-7C79-FF63-4A57-030108252329}"/>
          </ac:spMkLst>
        </pc:spChg>
        <pc:spChg chg="mod">
          <ac:chgData name="Dev Patel" userId="770b15c3-b10d-4271-992b-f3507800e408" providerId="ADAL" clId="{8D5CC98F-AD21-53D6-A596-2E0EADE2D477}" dt="2025-09-10T18:41:02.029" v="1480"/>
          <ac:spMkLst>
            <pc:docMk/>
            <pc:sldMk cId="2596747033" sldId="300"/>
            <ac:spMk id="5" creationId="{4BC6E396-8D59-33A8-416E-1D91E3ADC9C6}"/>
          </ac:spMkLst>
        </pc:spChg>
        <pc:spChg chg="add mod">
          <ac:chgData name="Dev Patel" userId="770b15c3-b10d-4271-992b-f3507800e408" providerId="ADAL" clId="{8D5CC98F-AD21-53D6-A596-2E0EADE2D477}" dt="2025-09-11T00:45:06.059" v="2124" actId="1076"/>
          <ac:spMkLst>
            <pc:docMk/>
            <pc:sldMk cId="2596747033" sldId="300"/>
            <ac:spMk id="8" creationId="{BC3C2395-069A-67C6-67D1-338B3F7E461B}"/>
          </ac:spMkLst>
        </pc:spChg>
        <pc:graphicFrameChg chg="add mod">
          <ac:chgData name="Dev Patel" userId="770b15c3-b10d-4271-992b-f3507800e408" providerId="ADAL" clId="{8D5CC98F-AD21-53D6-A596-2E0EADE2D477}" dt="2025-09-11T00:44:55.663" v="2122" actId="1076"/>
          <ac:graphicFrameMkLst>
            <pc:docMk/>
            <pc:sldMk cId="2596747033" sldId="300"/>
            <ac:graphicFrameMk id="6" creationId="{1F268168-24BC-4890-CC22-84F501FE8ACF}"/>
          </ac:graphicFrameMkLst>
        </pc:graphicFrameChg>
      </pc:sldChg>
      <pc:sldChg chg="addSp delSp modSp new mod modNotesTx">
        <pc:chgData name="Dev Patel" userId="770b15c3-b10d-4271-992b-f3507800e408" providerId="ADAL" clId="{8D5CC98F-AD21-53D6-A596-2E0EADE2D477}" dt="2025-09-11T00:33:14.668" v="2080" actId="20577"/>
        <pc:sldMkLst>
          <pc:docMk/>
          <pc:sldMk cId="59634389" sldId="301"/>
        </pc:sldMkLst>
        <pc:spChg chg="mod">
          <ac:chgData name="Dev Patel" userId="770b15c3-b10d-4271-992b-f3507800e408" providerId="ADAL" clId="{8D5CC98F-AD21-53D6-A596-2E0EADE2D477}" dt="2025-09-10T03:35:32.932" v="1344" actId="20577"/>
          <ac:spMkLst>
            <pc:docMk/>
            <pc:sldMk cId="59634389" sldId="301"/>
            <ac:spMk id="2" creationId="{1884DFB5-CF9A-13F8-49A6-05DEC7EA88D3}"/>
          </ac:spMkLst>
        </pc:spChg>
        <pc:spChg chg="del">
          <ac:chgData name="Dev Patel" userId="770b15c3-b10d-4271-992b-f3507800e408" providerId="ADAL" clId="{8D5CC98F-AD21-53D6-A596-2E0EADE2D477}" dt="2025-09-10T03:35:37.202" v="1345" actId="478"/>
          <ac:spMkLst>
            <pc:docMk/>
            <pc:sldMk cId="59634389" sldId="301"/>
            <ac:spMk id="3" creationId="{E9A3C367-FE66-6B44-01EF-54AE3273A265}"/>
          </ac:spMkLst>
        </pc:spChg>
        <pc:spChg chg="del">
          <ac:chgData name="Dev Patel" userId="770b15c3-b10d-4271-992b-f3507800e408" providerId="ADAL" clId="{8D5CC98F-AD21-53D6-A596-2E0EADE2D477}" dt="2025-09-10T03:35:40.505" v="1346" actId="478"/>
          <ac:spMkLst>
            <pc:docMk/>
            <pc:sldMk cId="59634389" sldId="301"/>
            <ac:spMk id="4" creationId="{6A7536A9-F961-C03C-C6BD-5DC148F7F03B}"/>
          </ac:spMkLst>
        </pc:spChg>
        <pc:spChg chg="mod">
          <ac:chgData name="Dev Patel" userId="770b15c3-b10d-4271-992b-f3507800e408" providerId="ADAL" clId="{8D5CC98F-AD21-53D6-A596-2E0EADE2D477}" dt="2025-09-10T18:41:07.224" v="1481"/>
          <ac:spMkLst>
            <pc:docMk/>
            <pc:sldMk cId="59634389" sldId="301"/>
            <ac:spMk id="5" creationId="{80754821-2480-6F4C-1DF8-1F5D445017BC}"/>
          </ac:spMkLst>
        </pc:spChg>
        <pc:spChg chg="add del mod">
          <ac:chgData name="Dev Patel" userId="770b15c3-b10d-4271-992b-f3507800e408" providerId="ADAL" clId="{8D5CC98F-AD21-53D6-A596-2E0EADE2D477}" dt="2025-09-10T03:35:57.546" v="1352" actId="22"/>
          <ac:spMkLst>
            <pc:docMk/>
            <pc:sldMk cId="59634389" sldId="301"/>
            <ac:spMk id="7" creationId="{3A1CECB6-2581-1C8D-68F5-2983C52E93FA}"/>
          </ac:spMkLst>
        </pc:spChg>
        <pc:spChg chg="add mod">
          <ac:chgData name="Dev Patel" userId="770b15c3-b10d-4271-992b-f3507800e408" providerId="ADAL" clId="{8D5CC98F-AD21-53D6-A596-2E0EADE2D477}" dt="2025-09-10T03:37:05.197" v="1364" actId="15"/>
          <ac:spMkLst>
            <pc:docMk/>
            <pc:sldMk cId="59634389" sldId="301"/>
            <ac:spMk id="9" creationId="{1D518601-610D-8789-5F8A-26D890100DCF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1T00:33:18.816" v="2081" actId="20577"/>
        <pc:sldMkLst>
          <pc:docMk/>
          <pc:sldMk cId="69459161" sldId="302"/>
        </pc:sldMkLst>
        <pc:spChg chg="mod">
          <ac:chgData name="Dev Patel" userId="770b15c3-b10d-4271-992b-f3507800e408" providerId="ADAL" clId="{8D5CC98F-AD21-53D6-A596-2E0EADE2D477}" dt="2025-09-10T03:38:41.282" v="1379" actId="20577"/>
          <ac:spMkLst>
            <pc:docMk/>
            <pc:sldMk cId="69459161" sldId="302"/>
            <ac:spMk id="2" creationId="{C0646743-A946-3BD1-D4C2-0F21DFCCE48C}"/>
          </ac:spMkLst>
        </pc:spChg>
        <pc:spChg chg="del mod">
          <ac:chgData name="Dev Patel" userId="770b15c3-b10d-4271-992b-f3507800e408" providerId="ADAL" clId="{8D5CC98F-AD21-53D6-A596-2E0EADE2D477}" dt="2025-09-10T03:38:31.816" v="1367" actId="478"/>
          <ac:spMkLst>
            <pc:docMk/>
            <pc:sldMk cId="69459161" sldId="302"/>
            <ac:spMk id="3" creationId="{20FF4B6C-5CEA-A141-4BD1-D2ADF488B0CF}"/>
          </ac:spMkLst>
        </pc:spChg>
        <pc:spChg chg="del">
          <ac:chgData name="Dev Patel" userId="770b15c3-b10d-4271-992b-f3507800e408" providerId="ADAL" clId="{8D5CC98F-AD21-53D6-A596-2E0EADE2D477}" dt="2025-09-10T03:38:35.387" v="1368" actId="478"/>
          <ac:spMkLst>
            <pc:docMk/>
            <pc:sldMk cId="69459161" sldId="302"/>
            <ac:spMk id="4" creationId="{9C4FFEB7-78CA-0923-EBC4-58EA3DBD8A9D}"/>
          </ac:spMkLst>
        </pc:spChg>
        <pc:spChg chg="mod">
          <ac:chgData name="Dev Patel" userId="770b15c3-b10d-4271-992b-f3507800e408" providerId="ADAL" clId="{8D5CC98F-AD21-53D6-A596-2E0EADE2D477}" dt="2025-09-10T18:41:11.640" v="1482"/>
          <ac:spMkLst>
            <pc:docMk/>
            <pc:sldMk cId="69459161" sldId="302"/>
            <ac:spMk id="5" creationId="{F4EADB05-D27F-BA3C-8F0A-5438E04238D9}"/>
          </ac:spMkLst>
        </pc:spChg>
        <pc:spChg chg="add mod">
          <ac:chgData name="Dev Patel" userId="770b15c3-b10d-4271-992b-f3507800e408" providerId="ADAL" clId="{8D5CC98F-AD21-53D6-A596-2E0EADE2D477}" dt="2025-09-10T03:39:16.906" v="1387" actId="20577"/>
          <ac:spMkLst>
            <pc:docMk/>
            <pc:sldMk cId="69459161" sldId="302"/>
            <ac:spMk id="7" creationId="{B87D91AC-E8DA-B757-6D8C-29FC0385277A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1T00:47:32.151" v="2132" actId="12"/>
        <pc:sldMkLst>
          <pc:docMk/>
          <pc:sldMk cId="2246200959" sldId="303"/>
        </pc:sldMkLst>
        <pc:spChg chg="mod">
          <ac:chgData name="Dev Patel" userId="770b15c3-b10d-4271-992b-f3507800e408" providerId="ADAL" clId="{8D5CC98F-AD21-53D6-A596-2E0EADE2D477}" dt="2025-09-10T03:39:27.326" v="1395" actId="20577"/>
          <ac:spMkLst>
            <pc:docMk/>
            <pc:sldMk cId="2246200959" sldId="303"/>
            <ac:spMk id="2" creationId="{6375639E-2E74-10A1-89AE-0E1811EB8AF4}"/>
          </ac:spMkLst>
        </pc:spChg>
        <pc:spChg chg="del">
          <ac:chgData name="Dev Patel" userId="770b15c3-b10d-4271-992b-f3507800e408" providerId="ADAL" clId="{8D5CC98F-AD21-53D6-A596-2E0EADE2D477}" dt="2025-09-10T03:40:39.642" v="1396" actId="478"/>
          <ac:spMkLst>
            <pc:docMk/>
            <pc:sldMk cId="2246200959" sldId="303"/>
            <ac:spMk id="3" creationId="{FB2482FE-304C-BA2B-6113-06D6227F9CC2}"/>
          </ac:spMkLst>
        </pc:spChg>
        <pc:spChg chg="del">
          <ac:chgData name="Dev Patel" userId="770b15c3-b10d-4271-992b-f3507800e408" providerId="ADAL" clId="{8D5CC98F-AD21-53D6-A596-2E0EADE2D477}" dt="2025-09-10T03:40:44.012" v="1397" actId="478"/>
          <ac:spMkLst>
            <pc:docMk/>
            <pc:sldMk cId="2246200959" sldId="303"/>
            <ac:spMk id="4" creationId="{0E3753E5-48B4-73A1-2C43-50E978CDD683}"/>
          </ac:spMkLst>
        </pc:spChg>
        <pc:spChg chg="mod">
          <ac:chgData name="Dev Patel" userId="770b15c3-b10d-4271-992b-f3507800e408" providerId="ADAL" clId="{8D5CC98F-AD21-53D6-A596-2E0EADE2D477}" dt="2025-09-10T18:41:18.081" v="1483"/>
          <ac:spMkLst>
            <pc:docMk/>
            <pc:sldMk cId="2246200959" sldId="303"/>
            <ac:spMk id="5" creationId="{25C998F1-915F-564F-11A4-0A06D3BCCD61}"/>
          </ac:spMkLst>
        </pc:spChg>
        <pc:spChg chg="add mod">
          <ac:chgData name="Dev Patel" userId="770b15c3-b10d-4271-992b-f3507800e408" providerId="ADAL" clId="{8D5CC98F-AD21-53D6-A596-2E0EADE2D477}" dt="2025-09-11T00:47:32.151" v="2132" actId="12"/>
          <ac:spMkLst>
            <pc:docMk/>
            <pc:sldMk cId="2246200959" sldId="303"/>
            <ac:spMk id="7" creationId="{31DA1144-D3F6-1EEA-BC4C-9415C9BC4EFF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1T00:47:25.189" v="2131" actId="113"/>
        <pc:sldMkLst>
          <pc:docMk/>
          <pc:sldMk cId="3947190326" sldId="304"/>
        </pc:sldMkLst>
        <pc:spChg chg="mod">
          <ac:chgData name="Dev Patel" userId="770b15c3-b10d-4271-992b-f3507800e408" providerId="ADAL" clId="{8D5CC98F-AD21-53D6-A596-2E0EADE2D477}" dt="2025-09-10T03:42:30.281" v="1418" actId="20577"/>
          <ac:spMkLst>
            <pc:docMk/>
            <pc:sldMk cId="3947190326" sldId="304"/>
            <ac:spMk id="2" creationId="{2DC28AB3-3686-5BCD-241D-52F3B47FFEED}"/>
          </ac:spMkLst>
        </pc:spChg>
        <pc:spChg chg="del">
          <ac:chgData name="Dev Patel" userId="770b15c3-b10d-4271-992b-f3507800e408" providerId="ADAL" clId="{8D5CC98F-AD21-53D6-A596-2E0EADE2D477}" dt="2025-09-10T03:42:22.234" v="1408" actId="478"/>
          <ac:spMkLst>
            <pc:docMk/>
            <pc:sldMk cId="3947190326" sldId="304"/>
            <ac:spMk id="3" creationId="{BBA1720A-C663-A468-A34A-7071C7305C6F}"/>
          </ac:spMkLst>
        </pc:spChg>
        <pc:spChg chg="del">
          <ac:chgData name="Dev Patel" userId="770b15c3-b10d-4271-992b-f3507800e408" providerId="ADAL" clId="{8D5CC98F-AD21-53D6-A596-2E0EADE2D477}" dt="2025-09-10T03:42:25.296" v="1409" actId="478"/>
          <ac:spMkLst>
            <pc:docMk/>
            <pc:sldMk cId="3947190326" sldId="304"/>
            <ac:spMk id="4" creationId="{71F93192-6FFF-4DB1-4029-3351BF9DDAB7}"/>
          </ac:spMkLst>
        </pc:spChg>
        <pc:spChg chg="mod">
          <ac:chgData name="Dev Patel" userId="770b15c3-b10d-4271-992b-f3507800e408" providerId="ADAL" clId="{8D5CC98F-AD21-53D6-A596-2E0EADE2D477}" dt="2025-09-10T18:41:25.546" v="1484"/>
          <ac:spMkLst>
            <pc:docMk/>
            <pc:sldMk cId="3947190326" sldId="304"/>
            <ac:spMk id="5" creationId="{77E4F979-E57E-EFD7-2725-38C7B676A52C}"/>
          </ac:spMkLst>
        </pc:spChg>
        <pc:spChg chg="add mod">
          <ac:chgData name="Dev Patel" userId="770b15c3-b10d-4271-992b-f3507800e408" providerId="ADAL" clId="{8D5CC98F-AD21-53D6-A596-2E0EADE2D477}" dt="2025-09-11T00:47:25.189" v="2131" actId="113"/>
          <ac:spMkLst>
            <pc:docMk/>
            <pc:sldMk cId="3947190326" sldId="304"/>
            <ac:spMk id="7" creationId="{B1B8987E-DDA6-21BA-4A57-2E58E3E5AEF0}"/>
          </ac:spMkLst>
        </pc:spChg>
      </pc:sldChg>
      <pc:sldChg chg="delSp modSp new mod modNotesTx">
        <pc:chgData name="Dev Patel" userId="770b15c3-b10d-4271-992b-f3507800e408" providerId="ADAL" clId="{8D5CC98F-AD21-53D6-A596-2E0EADE2D477}" dt="2025-09-11T01:44:34.197" v="3382" actId="20577"/>
        <pc:sldMkLst>
          <pc:docMk/>
          <pc:sldMk cId="3463980885" sldId="305"/>
        </pc:sldMkLst>
        <pc:spChg chg="mod">
          <ac:chgData name="Dev Patel" userId="770b15c3-b10d-4271-992b-f3507800e408" providerId="ADAL" clId="{8D5CC98F-AD21-53D6-A596-2E0EADE2D477}" dt="2025-09-10T19:10:50.042" v="1513"/>
          <ac:spMkLst>
            <pc:docMk/>
            <pc:sldMk cId="3463980885" sldId="305"/>
            <ac:spMk id="2" creationId="{4DFE48E6-8377-54FE-2A23-E5B2B8504EDC}"/>
          </ac:spMkLst>
        </pc:spChg>
        <pc:spChg chg="del">
          <ac:chgData name="Dev Patel" userId="770b15c3-b10d-4271-992b-f3507800e408" providerId="ADAL" clId="{8D5CC98F-AD21-53D6-A596-2E0EADE2D477}" dt="2025-09-10T19:10:36.820" v="1502" actId="478"/>
          <ac:spMkLst>
            <pc:docMk/>
            <pc:sldMk cId="3463980885" sldId="305"/>
            <ac:spMk id="3" creationId="{37EB16D6-4528-9A17-BC24-6E4017FF0776}"/>
          </ac:spMkLst>
        </pc:spChg>
        <pc:spChg chg="mod">
          <ac:chgData name="Dev Patel" userId="770b15c3-b10d-4271-992b-f3507800e408" providerId="ADAL" clId="{8D5CC98F-AD21-53D6-A596-2E0EADE2D477}" dt="2025-09-10T19:16:24.734" v="1517" actId="27636"/>
          <ac:spMkLst>
            <pc:docMk/>
            <pc:sldMk cId="3463980885" sldId="305"/>
            <ac:spMk id="4" creationId="{276390C7-7C4F-54DE-8C75-BAEF6C1C8B49}"/>
          </ac:spMkLst>
        </pc:spChg>
        <pc:spChg chg="mod">
          <ac:chgData name="Dev Patel" userId="770b15c3-b10d-4271-992b-f3507800e408" providerId="ADAL" clId="{8D5CC98F-AD21-53D6-A596-2E0EADE2D477}" dt="2025-09-11T00:48:39.846" v="2159"/>
          <ac:spMkLst>
            <pc:docMk/>
            <pc:sldMk cId="3463980885" sldId="305"/>
            <ac:spMk id="5" creationId="{4EDAAD6C-C3D9-DAD3-F29F-C4AFC6D209EF}"/>
          </ac:spMkLst>
        </pc:spChg>
      </pc:sldChg>
      <pc:sldChg chg="addSp delSp modSp new mod">
        <pc:chgData name="Dev Patel" userId="770b15c3-b10d-4271-992b-f3507800e408" providerId="ADAL" clId="{8D5CC98F-AD21-53D6-A596-2E0EADE2D477}" dt="2025-09-11T00:48:20.015" v="2156"/>
        <pc:sldMkLst>
          <pc:docMk/>
          <pc:sldMk cId="1139996832" sldId="306"/>
        </pc:sldMkLst>
        <pc:spChg chg="mod">
          <ac:chgData name="Dev Patel" userId="770b15c3-b10d-4271-992b-f3507800e408" providerId="ADAL" clId="{8D5CC98F-AD21-53D6-A596-2E0EADE2D477}" dt="2025-09-10T20:37:45.727" v="1844" actId="26606"/>
          <ac:spMkLst>
            <pc:docMk/>
            <pc:sldMk cId="1139996832" sldId="306"/>
            <ac:spMk id="2" creationId="{2227A976-3694-AA20-0A79-556A182C4838}"/>
          </ac:spMkLst>
        </pc:spChg>
        <pc:spChg chg="mod">
          <ac:chgData name="Dev Patel" userId="770b15c3-b10d-4271-992b-f3507800e408" providerId="ADAL" clId="{8D5CC98F-AD21-53D6-A596-2E0EADE2D477}" dt="2025-09-11T00:45:44.558" v="2126" actId="1076"/>
          <ac:spMkLst>
            <pc:docMk/>
            <pc:sldMk cId="1139996832" sldId="306"/>
            <ac:spMk id="3" creationId="{23A61456-8794-AFE3-D34D-4EA06535B6F2}"/>
          </ac:spMkLst>
        </pc:spChg>
        <pc:spChg chg="del">
          <ac:chgData name="Dev Patel" userId="770b15c3-b10d-4271-992b-f3507800e408" providerId="ADAL" clId="{8D5CC98F-AD21-53D6-A596-2E0EADE2D477}" dt="2025-09-10T20:31:58.431" v="1833" actId="478"/>
          <ac:spMkLst>
            <pc:docMk/>
            <pc:sldMk cId="1139996832" sldId="306"/>
            <ac:spMk id="4" creationId="{870A09EB-1E28-54EC-7CA6-C5FDC08157CF}"/>
          </ac:spMkLst>
        </pc:spChg>
        <pc:spChg chg="mod">
          <ac:chgData name="Dev Patel" userId="770b15c3-b10d-4271-992b-f3507800e408" providerId="ADAL" clId="{8D5CC98F-AD21-53D6-A596-2E0EADE2D477}" dt="2025-09-11T00:48:20.015" v="2156"/>
          <ac:spMkLst>
            <pc:docMk/>
            <pc:sldMk cId="1139996832" sldId="306"/>
            <ac:spMk id="5" creationId="{6DD5209D-9929-6553-395F-E1B137D8BB48}"/>
          </ac:spMkLst>
        </pc:spChg>
        <pc:spChg chg="add del mod">
          <ac:chgData name="Dev Patel" userId="770b15c3-b10d-4271-992b-f3507800e408" providerId="ADAL" clId="{8D5CC98F-AD21-53D6-A596-2E0EADE2D477}" dt="2025-09-10T20:32:49.108" v="1837" actId="22"/>
          <ac:spMkLst>
            <pc:docMk/>
            <pc:sldMk cId="1139996832" sldId="306"/>
            <ac:spMk id="7" creationId="{21E8F12C-950D-F6E8-FE6A-B2AD2BC28399}"/>
          </ac:spMkLst>
        </pc:spChg>
        <pc:spChg chg="add del mod">
          <ac:chgData name="Dev Patel" userId="770b15c3-b10d-4271-992b-f3507800e408" providerId="ADAL" clId="{8D5CC98F-AD21-53D6-A596-2E0EADE2D477}" dt="2025-09-10T20:37:48.389" v="1846"/>
          <ac:spMkLst>
            <pc:docMk/>
            <pc:sldMk cId="1139996832" sldId="306"/>
            <ac:spMk id="9" creationId="{FD889D1C-4E28-435D-2519-718436792294}"/>
          </ac:spMkLst>
        </pc:spChg>
        <pc:picChg chg="add mod ord">
          <ac:chgData name="Dev Patel" userId="770b15c3-b10d-4271-992b-f3507800e408" providerId="ADAL" clId="{8D5CC98F-AD21-53D6-A596-2E0EADE2D477}" dt="2025-09-10T20:38:26.710" v="1852" actId="1076"/>
          <ac:picMkLst>
            <pc:docMk/>
            <pc:sldMk cId="1139996832" sldId="306"/>
            <ac:picMk id="11" creationId="{7A70358D-E5B6-2207-E439-77C6F6E7D52B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1T02:51:13.198" v="3403" actId="20577"/>
        <pc:sldMkLst>
          <pc:docMk/>
          <pc:sldMk cId="248146605" sldId="307"/>
        </pc:sldMkLst>
        <pc:spChg chg="mod">
          <ac:chgData name="Dev Patel" userId="770b15c3-b10d-4271-992b-f3507800e408" providerId="ADAL" clId="{8D5CC98F-AD21-53D6-A596-2E0EADE2D477}" dt="2025-09-11T00:06:22.619" v="2024" actId="1076"/>
          <ac:spMkLst>
            <pc:docMk/>
            <pc:sldMk cId="248146605" sldId="307"/>
            <ac:spMk id="2" creationId="{461B5F4E-91C5-9874-1909-8482FBF44892}"/>
          </ac:spMkLst>
        </pc:spChg>
        <pc:spChg chg="del">
          <ac:chgData name="Dev Patel" userId="770b15c3-b10d-4271-992b-f3507800e408" providerId="ADAL" clId="{8D5CC98F-AD21-53D6-A596-2E0EADE2D477}" dt="2025-09-10T20:43:00.627" v="1921" actId="478"/>
          <ac:spMkLst>
            <pc:docMk/>
            <pc:sldMk cId="248146605" sldId="307"/>
            <ac:spMk id="3" creationId="{A70793CE-E4CD-C2E5-EE20-2D3ECC13153F}"/>
          </ac:spMkLst>
        </pc:spChg>
        <pc:spChg chg="del">
          <ac:chgData name="Dev Patel" userId="770b15c3-b10d-4271-992b-f3507800e408" providerId="ADAL" clId="{8D5CC98F-AD21-53D6-A596-2E0EADE2D477}" dt="2025-09-10T20:43:08.016" v="1923" actId="478"/>
          <ac:spMkLst>
            <pc:docMk/>
            <pc:sldMk cId="248146605" sldId="307"/>
            <ac:spMk id="4" creationId="{7149B8D8-1068-5C16-943C-94830804E658}"/>
          </ac:spMkLst>
        </pc:spChg>
        <pc:spChg chg="mod">
          <ac:chgData name="Dev Patel" userId="770b15c3-b10d-4271-992b-f3507800e408" providerId="ADAL" clId="{8D5CC98F-AD21-53D6-A596-2E0EADE2D477}" dt="2025-09-11T00:48:29.212" v="2157"/>
          <ac:spMkLst>
            <pc:docMk/>
            <pc:sldMk cId="248146605" sldId="307"/>
            <ac:spMk id="5" creationId="{B79D5FB2-5503-469F-11B7-F61568F2E3D7}"/>
          </ac:spMkLst>
        </pc:spChg>
        <pc:spChg chg="add mod">
          <ac:chgData name="Dev Patel" userId="770b15c3-b10d-4271-992b-f3507800e408" providerId="ADAL" clId="{8D5CC98F-AD21-53D6-A596-2E0EADE2D477}" dt="2025-09-11T00:05:59.718" v="2019" actId="1076"/>
          <ac:spMkLst>
            <pc:docMk/>
            <pc:sldMk cId="248146605" sldId="307"/>
            <ac:spMk id="8" creationId="{BF6802AF-574B-651B-7272-68459F2D88ED}"/>
          </ac:spMkLst>
        </pc:spChg>
        <pc:spChg chg="add mod">
          <ac:chgData name="Dev Patel" userId="770b15c3-b10d-4271-992b-f3507800e408" providerId="ADAL" clId="{8D5CC98F-AD21-53D6-A596-2E0EADE2D477}" dt="2025-09-11T00:06:04.751" v="2020" actId="1076"/>
          <ac:spMkLst>
            <pc:docMk/>
            <pc:sldMk cId="248146605" sldId="307"/>
            <ac:spMk id="9" creationId="{08A75D31-A10E-9627-7039-DB4CF58FD9B5}"/>
          </ac:spMkLst>
        </pc:spChg>
        <pc:spChg chg="add mod">
          <ac:chgData name="Dev Patel" userId="770b15c3-b10d-4271-992b-f3507800e408" providerId="ADAL" clId="{8D5CC98F-AD21-53D6-A596-2E0EADE2D477}" dt="2025-09-11T00:06:33.100" v="2026" actId="1076"/>
          <ac:spMkLst>
            <pc:docMk/>
            <pc:sldMk cId="248146605" sldId="307"/>
            <ac:spMk id="10" creationId="{0EEB5F1E-358C-4BE8-5E23-22483D4BE67F}"/>
          </ac:spMkLst>
        </pc:spChg>
        <pc:spChg chg="add mod">
          <ac:chgData name="Dev Patel" userId="770b15c3-b10d-4271-992b-f3507800e408" providerId="ADAL" clId="{8D5CC98F-AD21-53D6-A596-2E0EADE2D477}" dt="2025-09-11T00:06:15.630" v="2022" actId="1076"/>
          <ac:spMkLst>
            <pc:docMk/>
            <pc:sldMk cId="248146605" sldId="307"/>
            <ac:spMk id="11" creationId="{3ADC875E-E9B6-771A-1E33-5A9C3081AE01}"/>
          </ac:spMkLst>
        </pc:spChg>
        <pc:spChg chg="add mod">
          <ac:chgData name="Dev Patel" userId="770b15c3-b10d-4271-992b-f3507800e408" providerId="ADAL" clId="{8D5CC98F-AD21-53D6-A596-2E0EADE2D477}" dt="2025-09-10T20:45:05.486" v="1962" actId="20577"/>
          <ac:spMkLst>
            <pc:docMk/>
            <pc:sldMk cId="248146605" sldId="307"/>
            <ac:spMk id="13" creationId="{5D598840-9090-BDE5-EB12-21E126F40983}"/>
          </ac:spMkLst>
        </pc:spChg>
        <pc:picChg chg="add mod">
          <ac:chgData name="Dev Patel" userId="770b15c3-b10d-4271-992b-f3507800e408" providerId="ADAL" clId="{8D5CC98F-AD21-53D6-A596-2E0EADE2D477}" dt="2025-09-11T00:06:25.233" v="2025" actId="1076"/>
          <ac:picMkLst>
            <pc:docMk/>
            <pc:sldMk cId="248146605" sldId="307"/>
            <ac:picMk id="7" creationId="{8A4BC61A-9396-0DED-7619-9EA30EE9DAE1}"/>
          </ac:picMkLst>
        </pc:picChg>
      </pc:sldChg>
      <pc:sldChg chg="addSp delSp modSp new mod">
        <pc:chgData name="Dev Patel" userId="770b15c3-b10d-4271-992b-f3507800e408" providerId="ADAL" clId="{8D5CC98F-AD21-53D6-A596-2E0EADE2D477}" dt="2025-09-11T01:46:02.812" v="3384" actId="20577"/>
        <pc:sldMkLst>
          <pc:docMk/>
          <pc:sldMk cId="1162783039" sldId="308"/>
        </pc:sldMkLst>
        <pc:spChg chg="mod">
          <ac:chgData name="Dev Patel" userId="770b15c3-b10d-4271-992b-f3507800e408" providerId="ADAL" clId="{8D5CC98F-AD21-53D6-A596-2E0EADE2D477}" dt="2025-09-10T20:46:07.455" v="1984" actId="1076"/>
          <ac:spMkLst>
            <pc:docMk/>
            <pc:sldMk cId="1162783039" sldId="308"/>
            <ac:spMk id="2" creationId="{E364BACD-E4CA-6CB2-91E6-056E91B8B340}"/>
          </ac:spMkLst>
        </pc:spChg>
        <pc:spChg chg="del">
          <ac:chgData name="Dev Patel" userId="770b15c3-b10d-4271-992b-f3507800e408" providerId="ADAL" clId="{8D5CC98F-AD21-53D6-A596-2E0EADE2D477}" dt="2025-09-10T20:45:56.523" v="1981" actId="478"/>
          <ac:spMkLst>
            <pc:docMk/>
            <pc:sldMk cId="1162783039" sldId="308"/>
            <ac:spMk id="3" creationId="{DEDD5BD2-B30F-BEE3-4E48-AB76884D2D4B}"/>
          </ac:spMkLst>
        </pc:spChg>
        <pc:spChg chg="del">
          <ac:chgData name="Dev Patel" userId="770b15c3-b10d-4271-992b-f3507800e408" providerId="ADAL" clId="{8D5CC98F-AD21-53D6-A596-2E0EADE2D477}" dt="2025-09-10T20:46:00.374" v="1982" actId="478"/>
          <ac:spMkLst>
            <pc:docMk/>
            <pc:sldMk cId="1162783039" sldId="308"/>
            <ac:spMk id="4" creationId="{CB1AA3F3-03AE-11B6-A3FA-401D112359EE}"/>
          </ac:spMkLst>
        </pc:spChg>
        <pc:spChg chg="mod">
          <ac:chgData name="Dev Patel" userId="770b15c3-b10d-4271-992b-f3507800e408" providerId="ADAL" clId="{8D5CC98F-AD21-53D6-A596-2E0EADE2D477}" dt="2025-09-11T00:48:35.434" v="2158"/>
          <ac:spMkLst>
            <pc:docMk/>
            <pc:sldMk cId="1162783039" sldId="308"/>
            <ac:spMk id="5" creationId="{30054123-F8B4-90E6-AC53-1B552DDA08AD}"/>
          </ac:spMkLst>
        </pc:spChg>
        <pc:spChg chg="add mod">
          <ac:chgData name="Dev Patel" userId="770b15c3-b10d-4271-992b-f3507800e408" providerId="ADAL" clId="{8D5CC98F-AD21-53D6-A596-2E0EADE2D477}" dt="2025-09-11T01:46:02.812" v="3384" actId="20577"/>
          <ac:spMkLst>
            <pc:docMk/>
            <pc:sldMk cId="1162783039" sldId="308"/>
            <ac:spMk id="7" creationId="{31DE68F9-75D1-861C-0A51-C640A2649194}"/>
          </ac:spMkLst>
        </pc:spChg>
      </pc:sldChg>
      <pc:sldChg chg="addSp delSp modSp new mod modClrScheme chgLayout">
        <pc:chgData name="Dev Patel" userId="770b15c3-b10d-4271-992b-f3507800e408" providerId="ADAL" clId="{8D5CC98F-AD21-53D6-A596-2E0EADE2D477}" dt="2025-09-11T00:48:14.445" v="2155"/>
        <pc:sldMkLst>
          <pc:docMk/>
          <pc:sldMk cId="92659716" sldId="309"/>
        </pc:sldMkLst>
        <pc:spChg chg="mod">
          <ac:chgData name="Dev Patel" userId="770b15c3-b10d-4271-992b-f3507800e408" providerId="ADAL" clId="{8D5CC98F-AD21-53D6-A596-2E0EADE2D477}" dt="2025-09-11T00:20:10.100" v="2073" actId="26606"/>
          <ac:spMkLst>
            <pc:docMk/>
            <pc:sldMk cId="92659716" sldId="309"/>
            <ac:spMk id="2" creationId="{BB2B88A2-A70A-3754-8595-9CA48F362904}"/>
          </ac:spMkLst>
        </pc:spChg>
        <pc:spChg chg="del">
          <ac:chgData name="Dev Patel" userId="770b15c3-b10d-4271-992b-f3507800e408" providerId="ADAL" clId="{8D5CC98F-AD21-53D6-A596-2E0EADE2D477}" dt="2025-09-11T00:19:51.887" v="2066" actId="478"/>
          <ac:spMkLst>
            <pc:docMk/>
            <pc:sldMk cId="92659716" sldId="309"/>
            <ac:spMk id="3" creationId="{F0D11C59-2357-FE10-F192-3204E6BBD222}"/>
          </ac:spMkLst>
        </pc:spChg>
        <pc:spChg chg="del">
          <ac:chgData name="Dev Patel" userId="770b15c3-b10d-4271-992b-f3507800e408" providerId="ADAL" clId="{8D5CC98F-AD21-53D6-A596-2E0EADE2D477}" dt="2025-09-11T00:19:47.727" v="2065" actId="478"/>
          <ac:spMkLst>
            <pc:docMk/>
            <pc:sldMk cId="92659716" sldId="309"/>
            <ac:spMk id="4" creationId="{D4D37FBE-596A-FEC7-23DB-4E954F5D6942}"/>
          </ac:spMkLst>
        </pc:spChg>
        <pc:spChg chg="mod ord">
          <ac:chgData name="Dev Patel" userId="770b15c3-b10d-4271-992b-f3507800e408" providerId="ADAL" clId="{8D5CC98F-AD21-53D6-A596-2E0EADE2D477}" dt="2025-09-11T00:48:14.445" v="2155"/>
          <ac:spMkLst>
            <pc:docMk/>
            <pc:sldMk cId="92659716" sldId="309"/>
            <ac:spMk id="5" creationId="{6CE1891A-A47A-E56D-AC3D-03667A3FCA05}"/>
          </ac:spMkLst>
        </pc:spChg>
        <pc:picChg chg="add mod">
          <ac:chgData name="Dev Patel" userId="770b15c3-b10d-4271-992b-f3507800e408" providerId="ADAL" clId="{8D5CC98F-AD21-53D6-A596-2E0EADE2D477}" dt="2025-09-11T00:20:10.100" v="2073" actId="26606"/>
          <ac:picMkLst>
            <pc:docMk/>
            <pc:sldMk cId="92659716" sldId="309"/>
            <ac:picMk id="7" creationId="{B982CB6D-4D73-4CAA-C52F-DDB58B2D79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DE40C-3385-9643-A9C2-B6F593C56AE0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D6671-D779-3C4F-A868-2BF6420B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9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afternoon, everyone!</a:t>
            </a:r>
          </a:p>
          <a:p>
            <a:r>
              <a:rPr lang="en-US" dirty="0"/>
              <a:t>So, UAV that stands for unmanned aerial vehicle. Many autonomous vehicle comes under it.</a:t>
            </a:r>
          </a:p>
          <a:p>
            <a:r>
              <a:rPr lang="en-US" dirty="0"/>
              <a:t>But our project focusing one drone.</a:t>
            </a:r>
          </a:p>
          <a:p>
            <a:r>
              <a:rPr lang="en-US" dirty="0"/>
              <a:t>I think we all know about drone but most of us know it from war perspective right. We will see news </a:t>
            </a:r>
            <a:r>
              <a:rPr lang="en-US" dirty="0" err="1"/>
              <a:t>ukrain</a:t>
            </a:r>
            <a:r>
              <a:rPr lang="en-US" dirty="0"/>
              <a:t> war drone attack,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Israel drone attach </a:t>
            </a:r>
            <a:r>
              <a:rPr lang="en-US" dirty="0" err="1"/>
              <a:t>etc</a:t>
            </a:r>
            <a:r>
              <a:rPr lang="en-US" dirty="0"/>
              <a:t> etc. but I think we do not hear how drone will help us in emergency response and large-scale surveillance in real time example is </a:t>
            </a:r>
            <a:r>
              <a:rPr lang="en-US" b="0" dirty="0"/>
              <a:t>California wildfires – thermal imaging drones.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3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E2DC-6D7C-384B-87DD-CA056D978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C029-B732-244A-A5C0-1E29B06A3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48970A-FF76-7E4C-A3A6-32D10D603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24677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92C0-2F0F-214E-8EE2-E5D6386F9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F9EC-EDBB-AD4A-9976-62AD1288F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7818F-4166-A34F-B1C6-7BA7907F8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3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241B2F-5771-F042-8101-4E6E4A2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179241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6E24-26F1-5A4F-B65E-79BDCC94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E1F0-4E39-CA4C-9A29-6A6FAB335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CA85E-FB7A-7E49-A1C0-025331823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24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0EC13-1C61-624E-86FE-679711E2F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FAF9C-999B-D240-AD38-879591A43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24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6FB93B7-E795-6F49-B146-0E2B22328A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321510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692E-B298-BA42-92A3-94CAED558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F07D-7F3B-BD42-AAB1-45BBBDB16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BD72C-2A6C-414F-8D24-4A8EF2CB0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FD5BDBD-4321-F84A-A66B-284D997D5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26340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033-4994-8E47-ACCE-130B30012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58734-134F-294C-8A79-1D093C3B5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D20B5-4BC4-B34B-88A0-93AB8CBEB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703285B-A734-F941-9822-C9D02A727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921457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0A92284-6D85-974A-9889-75E7BE88E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A9FC2F-1125-9149-967D-E7D2FC1CBF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1621357"/>
            <a:ext cx="10182225" cy="689491"/>
          </a:xfrm>
          <a:prstGeom prst="rect">
            <a:avLst/>
          </a:prstGeom>
        </p:spPr>
        <p:txBody>
          <a:bodyPr anchor="t"/>
          <a:lstStyle>
            <a:lvl1pPr algn="l">
              <a:defRPr sz="4800" b="1"/>
            </a:lvl1pPr>
          </a:lstStyle>
          <a:p>
            <a:r>
              <a:rPr lang="en-US" dirty="0"/>
              <a:t>Click to edit Master divider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4C09319-B5A5-DB4D-8F9C-CD883431FC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2473947"/>
            <a:ext cx="9144000" cy="31839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divider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4661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19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BFF7-B66E-AF4F-BB73-F931808C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9221"/>
            <a:ext cx="10515600" cy="676173"/>
          </a:xfrm>
          <a:prstGeom prst="rect">
            <a:avLst/>
          </a:prstGeom>
        </p:spPr>
        <p:txBody>
          <a:bodyPr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825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E7EA38-C2CE-DC48-8D16-4BAC6D9874B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t="87826"/>
          <a:stretch>
            <a:fillRect/>
          </a:stretch>
        </p:blipFill>
        <p:spPr>
          <a:xfrm>
            <a:off x="0" y="6023112"/>
            <a:ext cx="12192000" cy="8348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6C1D2-49C4-1A4F-BF79-BD8D6FCD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EB20D-1047-EF4A-AF9A-A90791F25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455BF-BECB-6C30-2CCD-BAEBB99F354E}"/>
              </a:ext>
            </a:extLst>
          </p:cNvPr>
          <p:cNvSpPr txBox="1"/>
          <p:nvPr userDrawn="1"/>
        </p:nvSpPr>
        <p:spPr>
          <a:xfrm>
            <a:off x="1087710" y="6308209"/>
            <a:ext cx="437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School of Interdisciplinary Informatics</a:t>
            </a:r>
          </a:p>
        </p:txBody>
      </p:sp>
    </p:spTree>
    <p:extLst>
      <p:ext uri="{BB962C8B-B14F-4D97-AF65-F5344CB8AC3E}">
        <p14:creationId xmlns:p14="http://schemas.microsoft.com/office/powerpoint/2010/main" val="74081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8" r:id="rId4"/>
    <p:sldLayoutId id="2147483669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D7192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699867-562E-CD4B-B841-D4BA6BC590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58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20C1499-9A35-9F48-98EC-702212B7BF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90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7.png"/><Relationship Id="rId12" Type="http://schemas.microsoft.com/office/2007/relationships/hdphoto" Target="../media/hdphoto4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2.png"/><Relationship Id="rId10" Type="http://schemas.microsoft.com/office/2007/relationships/hdphoto" Target="../media/hdphoto3.wdp"/><Relationship Id="rId4" Type="http://schemas.openxmlformats.org/officeDocument/2006/relationships/image" Target="../media/image5.jpg"/><Relationship Id="rId9" Type="http://schemas.openxmlformats.org/officeDocument/2006/relationships/image" Target="../media/image8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3CB23C-DEBC-EB97-DA13-222E5A95074C}"/>
              </a:ext>
            </a:extLst>
          </p:cNvPr>
          <p:cNvSpPr txBox="1"/>
          <p:nvPr/>
        </p:nvSpPr>
        <p:spPr>
          <a:xfrm>
            <a:off x="5532120" y="2057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black and white silhouette of a drone&#10;&#10;AI-generated content may be incorrect.">
            <a:extLst>
              <a:ext uri="{FF2B5EF4-FFF2-40B4-BE49-F238E27FC236}">
                <a16:creationId xmlns:a16="http://schemas.microsoft.com/office/drawing/2014/main" id="{7709B448-9B28-1774-EA49-B5DC4C45E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295" b="22913"/>
          <a:stretch>
            <a:fillRect/>
          </a:stretch>
        </p:blipFill>
        <p:spPr>
          <a:xfrm>
            <a:off x="1267423" y="1008804"/>
            <a:ext cx="1729941" cy="878661"/>
          </a:xfrm>
          <a:prstGeom prst="rect">
            <a:avLst/>
          </a:prstGeom>
        </p:spPr>
      </p:pic>
      <p:pic>
        <p:nvPicPr>
          <p:cNvPr id="12" name="Picture 11" descr="A sound waveform with black dots&#10;&#10;AI-generated content may be incorrect.">
            <a:extLst>
              <a:ext uri="{FF2B5EF4-FFF2-40B4-BE49-F238E27FC236}">
                <a16:creationId xmlns:a16="http://schemas.microsoft.com/office/drawing/2014/main" id="{4A34EE52-908E-3AEB-71DC-AE054E84AD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491" b="13156"/>
          <a:stretch>
            <a:fillRect/>
          </a:stretch>
        </p:blipFill>
        <p:spPr>
          <a:xfrm rot="18049249">
            <a:off x="504700" y="2550830"/>
            <a:ext cx="1662260" cy="429230"/>
          </a:xfrm>
          <a:prstGeom prst="rect">
            <a:avLst/>
          </a:prstGeom>
        </p:spPr>
      </p:pic>
      <p:pic>
        <p:nvPicPr>
          <p:cNvPr id="14" name="Picture 13" descr="A silhouette of a person pointing&#10;&#10;AI-generated content may be incorrect.">
            <a:extLst>
              <a:ext uri="{FF2B5EF4-FFF2-40B4-BE49-F238E27FC236}">
                <a16:creationId xmlns:a16="http://schemas.microsoft.com/office/drawing/2014/main" id="{375FD027-C87A-2287-EFC1-C18974EC4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5" b="99288" l="7778" r="91667">
                        <a14:foregroundMark x1="63889" y1="4626" x2="63889" y2="10320"/>
                        <a14:foregroundMark x1="10000" y1="13523" x2="7778" y2="12456"/>
                        <a14:foregroundMark x1="91667" y1="44484" x2="88333" y2="53737"/>
                        <a14:foregroundMark x1="83889" y1="90747" x2="87222" y2="96797"/>
                        <a14:foregroundMark x1="47222" y1="99288" x2="50556" y2="971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2945" y="2495587"/>
            <a:ext cx="784297" cy="1224376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B9204B6-9523-2A75-3B5F-11F102F08698}"/>
              </a:ext>
            </a:extLst>
          </p:cNvPr>
          <p:cNvSpPr/>
          <p:nvPr/>
        </p:nvSpPr>
        <p:spPr>
          <a:xfrm>
            <a:off x="146405" y="4947193"/>
            <a:ext cx="1022505" cy="661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ilhouette of a person holding an object&#10;&#10;AI-generated content may be incorrect.">
            <a:extLst>
              <a:ext uri="{FF2B5EF4-FFF2-40B4-BE49-F238E27FC236}">
                <a16:creationId xmlns:a16="http://schemas.microsoft.com/office/drawing/2014/main" id="{7E8DE956-3EA3-6177-2109-F7B68A7D4E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497" b="91993" l="21242" r="70425">
                        <a14:foregroundMark x1="40686" y1="8497" x2="40686" y2="8497"/>
                        <a14:foregroundMark x1="33660" y1="91993" x2="33660" y2="91993"/>
                      </a14:backgroundRemoval>
                    </a14:imgEffect>
                  </a14:imgLayer>
                </a14:imgProps>
              </a:ext>
            </a:extLst>
          </a:blip>
          <a:srcRect l="15336" r="23253"/>
          <a:stretch>
            <a:fillRect/>
          </a:stretch>
        </p:blipFill>
        <p:spPr>
          <a:xfrm>
            <a:off x="307005" y="3824663"/>
            <a:ext cx="1022505" cy="16650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7FC365-876A-0336-FC3E-70FCC0A14717}"/>
              </a:ext>
            </a:extLst>
          </p:cNvPr>
          <p:cNvSpPr txBox="1"/>
          <p:nvPr/>
        </p:nvSpPr>
        <p:spPr>
          <a:xfrm>
            <a:off x="1201520" y="295982"/>
            <a:ext cx="19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What?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812FC-7052-B9DA-CE22-535522521341}"/>
              </a:ext>
            </a:extLst>
          </p:cNvPr>
          <p:cNvSpPr txBox="1"/>
          <p:nvPr/>
        </p:nvSpPr>
        <p:spPr>
          <a:xfrm>
            <a:off x="4879318" y="295982"/>
            <a:ext cx="19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Why?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D84DBB-B4FD-15C0-A298-7C56BF8E02AF}"/>
              </a:ext>
            </a:extLst>
          </p:cNvPr>
          <p:cNvSpPr txBox="1"/>
          <p:nvPr/>
        </p:nvSpPr>
        <p:spPr>
          <a:xfrm>
            <a:off x="9046908" y="295982"/>
            <a:ext cx="19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How?</a:t>
            </a:r>
          </a:p>
        </p:txBody>
      </p:sp>
      <p:pic>
        <p:nvPicPr>
          <p:cNvPr id="20" name="Picture 19" descr="A graph of a number of shootings&#10;&#10;AI-generated content may be incorrect.">
            <a:extLst>
              <a:ext uri="{FF2B5EF4-FFF2-40B4-BE49-F238E27FC236}">
                <a16:creationId xmlns:a16="http://schemas.microsoft.com/office/drawing/2014/main" id="{F0AFDA6D-5F42-2682-72D9-149E399E51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07182" y="3382056"/>
            <a:ext cx="3401683" cy="19850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82A95666-5EFE-402A-8122-5E5FFF8130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07182" y="1102076"/>
            <a:ext cx="3401683" cy="19850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 descr="A black background with many dots&#10;&#10;AI-generated content may be incorrect.">
            <a:extLst>
              <a:ext uri="{FF2B5EF4-FFF2-40B4-BE49-F238E27FC236}">
                <a16:creationId xmlns:a16="http://schemas.microsoft.com/office/drawing/2014/main" id="{C8AAFDE6-9960-E7D0-7624-7A3AEBC754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8895" y="2935592"/>
            <a:ext cx="1381866" cy="986815"/>
          </a:xfrm>
          <a:prstGeom prst="rect">
            <a:avLst/>
          </a:prstGeom>
        </p:spPr>
      </p:pic>
      <p:pic>
        <p:nvPicPr>
          <p:cNvPr id="26" name="Picture 25" descr="A black and white silhouette of a drone&#10;&#10;AI-generated content may be incorrect.">
            <a:extLst>
              <a:ext uri="{FF2B5EF4-FFF2-40B4-BE49-F238E27FC236}">
                <a16:creationId xmlns:a16="http://schemas.microsoft.com/office/drawing/2014/main" id="{72187E72-32B7-FFFB-CCE6-1B95BF816D3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295" b="22913"/>
          <a:stretch>
            <a:fillRect/>
          </a:stretch>
        </p:blipFill>
        <p:spPr>
          <a:xfrm>
            <a:off x="9670077" y="1057796"/>
            <a:ext cx="1445357" cy="734117"/>
          </a:xfrm>
          <a:prstGeom prst="rect">
            <a:avLst/>
          </a:prstGeom>
        </p:spPr>
      </p:pic>
      <p:pic>
        <p:nvPicPr>
          <p:cNvPr id="27" name="Picture 26" descr="A sound waveform with black dots&#10;&#10;AI-generated content may be incorrect.">
            <a:extLst>
              <a:ext uri="{FF2B5EF4-FFF2-40B4-BE49-F238E27FC236}">
                <a16:creationId xmlns:a16="http://schemas.microsoft.com/office/drawing/2014/main" id="{D04FB3C0-05A0-ABB6-79B0-E4A9327BB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798" t="20491" b="13156"/>
          <a:stretch>
            <a:fillRect/>
          </a:stretch>
        </p:blipFill>
        <p:spPr>
          <a:xfrm>
            <a:off x="8306297" y="1244963"/>
            <a:ext cx="1117066" cy="42923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1FCBAC-6E57-FE74-8793-059A1F7E80AD}"/>
              </a:ext>
            </a:extLst>
          </p:cNvPr>
          <p:cNvSpPr txBox="1"/>
          <p:nvPr/>
        </p:nvSpPr>
        <p:spPr>
          <a:xfrm>
            <a:off x="8145656" y="1485412"/>
            <a:ext cx="14994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Gunshot audio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188EE55-941E-3413-2F65-1CBB98DF6AFB}"/>
              </a:ext>
            </a:extLst>
          </p:cNvPr>
          <p:cNvSpPr/>
          <p:nvPr/>
        </p:nvSpPr>
        <p:spPr>
          <a:xfrm rot="5400000">
            <a:off x="9538233" y="1412883"/>
            <a:ext cx="463187" cy="12734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E7EBC8C6-8E4B-D2CE-454E-8525A0F12B38}"/>
              </a:ext>
            </a:extLst>
          </p:cNvPr>
          <p:cNvSpPr/>
          <p:nvPr/>
        </p:nvSpPr>
        <p:spPr>
          <a:xfrm rot="10800000">
            <a:off x="10153820" y="1809249"/>
            <a:ext cx="463187" cy="12734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green and blue diagram&#10;&#10;AI-generated content may be incorrect.">
            <a:extLst>
              <a:ext uri="{FF2B5EF4-FFF2-40B4-BE49-F238E27FC236}">
                <a16:creationId xmlns:a16="http://schemas.microsoft.com/office/drawing/2014/main" id="{CB4CAEBE-EF9D-452E-6E1E-52E7772131F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166" t="14472" b="3630"/>
          <a:stretch>
            <a:fillRect/>
          </a:stretch>
        </p:blipFill>
        <p:spPr>
          <a:xfrm>
            <a:off x="9669119" y="2029849"/>
            <a:ext cx="1462902" cy="606106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C6D2D8E3-629E-E08B-4C52-0972D3F25BCE}"/>
              </a:ext>
            </a:extLst>
          </p:cNvPr>
          <p:cNvSpPr/>
          <p:nvPr/>
        </p:nvSpPr>
        <p:spPr>
          <a:xfrm rot="10800000">
            <a:off x="10007170" y="4385638"/>
            <a:ext cx="463187" cy="12734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A blue screen with a yellow line&#10;&#10;AI-generated content may be incorrect.">
            <a:extLst>
              <a:ext uri="{FF2B5EF4-FFF2-40B4-BE49-F238E27FC236}">
                <a16:creationId xmlns:a16="http://schemas.microsoft.com/office/drawing/2014/main" id="{591C7F13-C692-231B-DA3C-E5888910BBA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009" t="19495" b="3482"/>
          <a:stretch>
            <a:fillRect/>
          </a:stretch>
        </p:blipFill>
        <p:spPr>
          <a:xfrm>
            <a:off x="10794351" y="3155641"/>
            <a:ext cx="1329910" cy="54671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9A26E83-4F63-57E8-1014-25E0EB05607E}"/>
              </a:ext>
            </a:extLst>
          </p:cNvPr>
          <p:cNvCxnSpPr>
            <a:cxnSpLocks/>
            <a:stCxn id="36" idx="2"/>
            <a:endCxn id="25" idx="0"/>
          </p:cNvCxnSpPr>
          <p:nvPr/>
        </p:nvCxnSpPr>
        <p:spPr>
          <a:xfrm rot="5400000">
            <a:off x="9935381" y="2470402"/>
            <a:ext cx="299637" cy="630742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32A299-B23D-4E7C-742C-2C1628AD4DDA}"/>
              </a:ext>
            </a:extLst>
          </p:cNvPr>
          <p:cNvCxnSpPr>
            <a:stCxn id="25" idx="3"/>
            <a:endCxn id="39" idx="1"/>
          </p:cNvCxnSpPr>
          <p:nvPr/>
        </p:nvCxnSpPr>
        <p:spPr>
          <a:xfrm flipV="1">
            <a:off x="10460761" y="3428999"/>
            <a:ext cx="333590" cy="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BD7DA47-95C9-A00D-23C6-E3156D248B23}"/>
              </a:ext>
            </a:extLst>
          </p:cNvPr>
          <p:cNvCxnSpPr>
            <a:stCxn id="39" idx="2"/>
            <a:endCxn id="25" idx="1"/>
          </p:cNvCxnSpPr>
          <p:nvPr/>
        </p:nvCxnSpPr>
        <p:spPr>
          <a:xfrm rot="5400000" flipH="1">
            <a:off x="10132422" y="2375474"/>
            <a:ext cx="273357" cy="2380411"/>
          </a:xfrm>
          <a:prstGeom prst="bentConnector4">
            <a:avLst>
              <a:gd name="adj1" fmla="val -164126"/>
              <a:gd name="adj2" fmla="val 109603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99E9700-01FF-105F-DBF7-2567E5117BF2}"/>
              </a:ext>
            </a:extLst>
          </p:cNvPr>
          <p:cNvSpPr txBox="1"/>
          <p:nvPr/>
        </p:nvSpPr>
        <p:spPr>
          <a:xfrm>
            <a:off x="10406926" y="2267297"/>
            <a:ext cx="6994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STFT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2B5BEE-D0AA-D8BE-537F-4D302B4368E4}"/>
              </a:ext>
            </a:extLst>
          </p:cNvPr>
          <p:cNvSpPr txBox="1"/>
          <p:nvPr/>
        </p:nvSpPr>
        <p:spPr>
          <a:xfrm>
            <a:off x="10999939" y="3563857"/>
            <a:ext cx="10308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Denoised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237AE3-D061-D30E-296A-F1254087EDE5}"/>
              </a:ext>
            </a:extLst>
          </p:cNvPr>
          <p:cNvSpPr txBox="1"/>
          <p:nvPr/>
        </p:nvSpPr>
        <p:spPr>
          <a:xfrm>
            <a:off x="9131207" y="3975712"/>
            <a:ext cx="208323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Again, feed in CNN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2C84E7B-2AA2-0DE4-9247-A32D5652A866}"/>
              </a:ext>
            </a:extLst>
          </p:cNvPr>
          <p:cNvSpPr/>
          <p:nvPr/>
        </p:nvSpPr>
        <p:spPr>
          <a:xfrm>
            <a:off x="9714698" y="5382895"/>
            <a:ext cx="778648" cy="4336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A silhouette of a person holding an object&#10;&#10;AI-generated content may be incorrect.">
            <a:extLst>
              <a:ext uri="{FF2B5EF4-FFF2-40B4-BE49-F238E27FC236}">
                <a16:creationId xmlns:a16="http://schemas.microsoft.com/office/drawing/2014/main" id="{417B84A2-F81A-A681-A65F-38BE038F15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497" b="91993" l="21242" r="70425">
                        <a14:foregroundMark x1="40686" y1="8497" x2="40686" y2="8497"/>
                        <a14:foregroundMark x1="33660" y1="91993" x2="33660" y2="91993"/>
                      </a14:backgroundRemoval>
                    </a14:imgEffect>
                  </a14:imgLayer>
                </a14:imgProps>
              </a:ext>
            </a:extLst>
          </a:blip>
          <a:srcRect l="15336" r="23253"/>
          <a:stretch>
            <a:fillRect/>
          </a:stretch>
        </p:blipFill>
        <p:spPr>
          <a:xfrm>
            <a:off x="9788646" y="4540701"/>
            <a:ext cx="783507" cy="127583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EE735ED-B3BB-3564-DDB9-4856262DC5A9}"/>
              </a:ext>
            </a:extLst>
          </p:cNvPr>
          <p:cNvSpPr txBox="1"/>
          <p:nvPr/>
        </p:nvSpPr>
        <p:spPr>
          <a:xfrm>
            <a:off x="8747021" y="5761798"/>
            <a:ext cx="32767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Identify Sound Location (DOA)</a:t>
            </a:r>
          </a:p>
        </p:txBody>
      </p:sp>
    </p:spTree>
    <p:extLst>
      <p:ext uri="{BB962C8B-B14F-4D97-AF65-F5344CB8AC3E}">
        <p14:creationId xmlns:p14="http://schemas.microsoft.com/office/powerpoint/2010/main" val="41647955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B4EE1ED631E14D85A24939D16C8936" ma:contentTypeVersion="13" ma:contentTypeDescription="Create a new document." ma:contentTypeScope="" ma:versionID="6017f67bb77ff6d9be2d221c77aa995f">
  <xsd:schema xmlns:xsd="http://www.w3.org/2001/XMLSchema" xmlns:xs="http://www.w3.org/2001/XMLSchema" xmlns:p="http://schemas.microsoft.com/office/2006/metadata/properties" xmlns:ns2="95982f6c-2172-479f-8b01-dd33fa6fbe04" xmlns:ns3="f6da95f1-0d27-4b84-83fb-450c771ae8a8" targetNamespace="http://schemas.microsoft.com/office/2006/metadata/properties" ma:root="true" ma:fieldsID="a3e421abf5162528b1592d7606c61c29" ns2:_="" ns3:_="">
    <xsd:import namespace="95982f6c-2172-479f-8b01-dd33fa6fbe04"/>
    <xsd:import namespace="f6da95f1-0d27-4b84-83fb-450c771ae8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982f6c-2172-479f-8b01-dd33fa6fbe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a95f1-0d27-4b84-83fb-450c771ae8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82675A-704E-4AC1-95C4-9CEF05526266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f6da95f1-0d27-4b84-83fb-450c771ae8a8"/>
    <ds:schemaRef ds:uri="http://schemas.microsoft.com/office/infopath/2007/PartnerControls"/>
    <ds:schemaRef ds:uri="95982f6c-2172-479f-8b01-dd33fa6fbe04"/>
  </ds:schemaRefs>
</ds:datastoreItem>
</file>

<file path=customXml/itemProps2.xml><?xml version="1.0" encoding="utf-8"?>
<ds:datastoreItem xmlns:ds="http://schemas.openxmlformats.org/officeDocument/2006/customXml" ds:itemID="{4CD8E3BF-FF74-4842-8F55-3F98C5C92E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982f6c-2172-479f-8b01-dd33fa6fbe04"/>
    <ds:schemaRef ds:uri="f6da95f1-0d27-4b84-83fb-450c771ae8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4764C-B014-402B-A43D-DBC2DA65A5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9509</TotalTime>
  <Words>114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Custom Design</vt:lpstr>
      <vt:lpstr>1_Custom Design</vt:lpstr>
      <vt:lpstr>2_Custom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Angie Kennedy</dc:creator>
  <cp:lastModifiedBy>Kowshik Chowdhury</cp:lastModifiedBy>
  <cp:revision>333</cp:revision>
  <dcterms:created xsi:type="dcterms:W3CDTF">2020-12-03T21:16:42Z</dcterms:created>
  <dcterms:modified xsi:type="dcterms:W3CDTF">2025-11-20T02:21:53Z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0x01010053B4EE1ED631E14D85A24939D16C8936</vt:lpwstr>
  </property>
</Properties>
</file>
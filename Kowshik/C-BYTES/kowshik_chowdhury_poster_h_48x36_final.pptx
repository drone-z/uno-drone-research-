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56" r:id="rId5"/>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1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743"/>
    <p:restoredTop sz="96327"/>
  </p:normalViewPr>
  <p:slideViewPr>
    <p:cSldViewPr snapToGrid="0" snapToObjects="1">
      <p:cViewPr varScale="1">
        <p:scale>
          <a:sx n="43" d="100"/>
          <a:sy n="43" d="100"/>
        </p:scale>
        <p:origin x="7464" y="304"/>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ng Jiang" userId="a6cf6df0-d4ef-4f9d-a765-07aefee2f0fb" providerId="ADAL" clId="{7730BF46-6B54-54D6-AA72-24E8113C1EBD}"/>
    <pc:docChg chg="modSld">
      <pc:chgData name="Peng Jiang" userId="a6cf6df0-d4ef-4f9d-a765-07aefee2f0fb" providerId="ADAL" clId="{7730BF46-6B54-54D6-AA72-24E8113C1EBD}" dt="2025-11-18T02:09:02.164" v="9" actId="20577"/>
      <pc:docMkLst>
        <pc:docMk/>
      </pc:docMkLst>
      <pc:sldChg chg="modSp mod">
        <pc:chgData name="Peng Jiang" userId="a6cf6df0-d4ef-4f9d-a765-07aefee2f0fb" providerId="ADAL" clId="{7730BF46-6B54-54D6-AA72-24E8113C1EBD}" dt="2025-11-18T02:09:02.164" v="9" actId="20577"/>
        <pc:sldMkLst>
          <pc:docMk/>
          <pc:sldMk cId="1970999870" sldId="256"/>
        </pc:sldMkLst>
        <pc:spChg chg="mod">
          <ac:chgData name="Peng Jiang" userId="a6cf6df0-d4ef-4f9d-a765-07aefee2f0fb" providerId="ADAL" clId="{7730BF46-6B54-54D6-AA72-24E8113C1EBD}" dt="2025-11-18T02:09:02.164" v="9" actId="20577"/>
          <ac:spMkLst>
            <pc:docMk/>
            <pc:sldMk cId="1970999870" sldId="256"/>
            <ac:spMk id="43" creationId="{B7139224-5270-AB86-4CBB-CEC0CDBB2335}"/>
          </ac:spMkLst>
        </pc:spChg>
        <pc:spChg chg="mod">
          <ac:chgData name="Peng Jiang" userId="a6cf6df0-d4ef-4f9d-a765-07aefee2f0fb" providerId="ADAL" clId="{7730BF46-6B54-54D6-AA72-24E8113C1EBD}" dt="2025-11-18T02:08:16.911" v="1" actId="20577"/>
          <ac:spMkLst>
            <pc:docMk/>
            <pc:sldMk cId="1970999870" sldId="256"/>
            <ac:spMk id="71" creationId="{EF67DEC1-1351-4E10-F9C0-EE1713F7E7F1}"/>
          </ac:spMkLst>
        </pc:spChg>
        <pc:spChg chg="mod">
          <ac:chgData name="Peng Jiang" userId="a6cf6df0-d4ef-4f9d-a765-07aefee2f0fb" providerId="ADAL" clId="{7730BF46-6B54-54D6-AA72-24E8113C1EBD}" dt="2025-11-18T02:08:53.600" v="7" actId="1076"/>
          <ac:spMkLst>
            <pc:docMk/>
            <pc:sldMk cId="1970999870" sldId="256"/>
            <ac:spMk id="105" creationId="{B171A961-EBCC-FDF3-4732-F61CD5C075C1}"/>
          </ac:spMkLst>
        </pc:spChg>
        <pc:spChg chg="mod">
          <ac:chgData name="Peng Jiang" userId="a6cf6df0-d4ef-4f9d-a765-07aefee2f0fb" providerId="ADAL" clId="{7730BF46-6B54-54D6-AA72-24E8113C1EBD}" dt="2025-11-18T02:08:40.199" v="4" actId="14100"/>
          <ac:spMkLst>
            <pc:docMk/>
            <pc:sldMk cId="1970999870" sldId="256"/>
            <ac:spMk id="122" creationId="{B2B8537C-5AD4-C6B6-64A5-F79680C497F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958266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CA17874-46BD-AC41-AB8E-61755D46643F}"/>
              </a:ext>
            </a:extLst>
          </p:cNvPr>
          <p:cNvCxnSpPr/>
          <p:nvPr userDrawn="1"/>
        </p:nvCxnSpPr>
        <p:spPr>
          <a:xfrm>
            <a:off x="11430000" y="6408280"/>
            <a:ext cx="0" cy="25105863"/>
          </a:xfrm>
          <a:prstGeom prst="line">
            <a:avLst/>
          </a:prstGeom>
          <a:ln w="635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6089930-D18B-564C-8889-8DBE6DB996B1}"/>
              </a:ext>
            </a:extLst>
          </p:cNvPr>
          <p:cNvCxnSpPr/>
          <p:nvPr userDrawn="1"/>
        </p:nvCxnSpPr>
        <p:spPr>
          <a:xfrm>
            <a:off x="21945600" y="6408280"/>
            <a:ext cx="0" cy="25105863"/>
          </a:xfrm>
          <a:prstGeom prst="line">
            <a:avLst/>
          </a:prstGeom>
          <a:ln w="635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5DB7503-F134-094A-9605-C620936544C7}"/>
              </a:ext>
            </a:extLst>
          </p:cNvPr>
          <p:cNvCxnSpPr/>
          <p:nvPr userDrawn="1"/>
        </p:nvCxnSpPr>
        <p:spPr>
          <a:xfrm>
            <a:off x="32395886" y="6408280"/>
            <a:ext cx="0" cy="25105863"/>
          </a:xfrm>
          <a:prstGeom prst="line">
            <a:avLst/>
          </a:prstGeom>
          <a:ln w="63500">
            <a:solidFill>
              <a:schemeClr val="bg2"/>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E9B30D0D-A9B9-FC4D-BBDD-CCDABAB276B1}"/>
              </a:ext>
            </a:extLst>
          </p:cNvPr>
          <p:cNvPicPr>
            <a:picLocks noChangeAspect="1"/>
          </p:cNvPicPr>
          <p:nvPr userDrawn="1"/>
        </p:nvPicPr>
        <p:blipFill>
          <a:blip r:embed="rId3"/>
          <a:stretch>
            <a:fillRect/>
          </a:stretch>
        </p:blipFill>
        <p:spPr>
          <a:xfrm>
            <a:off x="37131173" y="29395328"/>
            <a:ext cx="5257799" cy="2118815"/>
          </a:xfrm>
          <a:prstGeom prst="rect">
            <a:avLst/>
          </a:prstGeom>
        </p:spPr>
      </p:pic>
      <p:pic>
        <p:nvPicPr>
          <p:cNvPr id="14" name="Picture 13">
            <a:extLst>
              <a:ext uri="{FF2B5EF4-FFF2-40B4-BE49-F238E27FC236}">
                <a16:creationId xmlns:a16="http://schemas.microsoft.com/office/drawing/2014/main" id="{81D0E847-D97A-8F4B-8D5C-448A35006410}"/>
              </a:ext>
            </a:extLst>
          </p:cNvPr>
          <p:cNvPicPr>
            <a:picLocks noChangeAspect="1"/>
          </p:cNvPicPr>
          <p:nvPr userDrawn="1"/>
        </p:nvPicPr>
        <p:blipFill>
          <a:blip r:embed="rId4"/>
          <a:stretch>
            <a:fillRect/>
          </a:stretch>
        </p:blipFill>
        <p:spPr>
          <a:xfrm>
            <a:off x="0" y="0"/>
            <a:ext cx="43891200" cy="5257800"/>
          </a:xfrm>
          <a:prstGeom prst="rect">
            <a:avLst/>
          </a:prstGeom>
        </p:spPr>
      </p:pic>
      <p:cxnSp>
        <p:nvCxnSpPr>
          <p:cNvPr id="15" name="Straight Connector 14">
            <a:extLst>
              <a:ext uri="{FF2B5EF4-FFF2-40B4-BE49-F238E27FC236}">
                <a16:creationId xmlns:a16="http://schemas.microsoft.com/office/drawing/2014/main" id="{0D936DDC-1373-9246-9A23-BF5051448342}"/>
              </a:ext>
            </a:extLst>
          </p:cNvPr>
          <p:cNvCxnSpPr/>
          <p:nvPr userDrawn="1"/>
        </p:nvCxnSpPr>
        <p:spPr>
          <a:xfrm>
            <a:off x="33144960" y="28590503"/>
            <a:ext cx="9106125" cy="0"/>
          </a:xfrm>
          <a:prstGeom prst="line">
            <a:avLst/>
          </a:prstGeom>
          <a:ln w="635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111962"/>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4.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3.jp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jpg"/><Relationship Id="rId10" Type="http://schemas.openxmlformats.org/officeDocument/2006/relationships/image" Target="../media/image10.png"/><Relationship Id="rId4" Type="http://schemas.microsoft.com/office/2007/relationships/hdphoto" Target="../media/hdphoto1.wdp"/><Relationship Id="rId9" Type="http://schemas.openxmlformats.org/officeDocument/2006/relationships/image" Target="../media/image9.png"/><Relationship Id="rId1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a:extLst>
              <a:ext uri="{FF2B5EF4-FFF2-40B4-BE49-F238E27FC236}">
                <a16:creationId xmlns:a16="http://schemas.microsoft.com/office/drawing/2014/main" id="{9D49CA50-904A-75B1-2AA9-A103BB81D262}"/>
              </a:ext>
            </a:extLst>
          </p:cNvPr>
          <p:cNvSpPr/>
          <p:nvPr/>
        </p:nvSpPr>
        <p:spPr>
          <a:xfrm>
            <a:off x="2206454" y="13838198"/>
            <a:ext cx="1614596" cy="706952"/>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95891E-2649-2545-9D6A-A89B11B16798}"/>
              </a:ext>
            </a:extLst>
          </p:cNvPr>
          <p:cNvSpPr>
            <a:spLocks noGrp="1"/>
          </p:cNvSpPr>
          <p:nvPr>
            <p:ph type="ctrTitle" idx="4294967295"/>
          </p:nvPr>
        </p:nvSpPr>
        <p:spPr>
          <a:xfrm>
            <a:off x="5486400" y="1007849"/>
            <a:ext cx="28963088" cy="1176552"/>
          </a:xfrm>
          <a:prstGeom prst="rect">
            <a:avLst/>
          </a:prstGeom>
        </p:spPr>
        <p:txBody>
          <a:bodyPr/>
          <a:lstStyle/>
          <a:p>
            <a:r>
              <a:rPr lang="en-US" sz="9000" dirty="0">
                <a:solidFill>
                  <a:schemeClr val="bg1"/>
                </a:solidFill>
              </a:rPr>
              <a:t>Noise Reduction and Sound Source Localization for UAV</a:t>
            </a:r>
          </a:p>
        </p:txBody>
      </p:sp>
      <p:sp>
        <p:nvSpPr>
          <p:cNvPr id="5" name="Title 1">
            <a:extLst>
              <a:ext uri="{FF2B5EF4-FFF2-40B4-BE49-F238E27FC236}">
                <a16:creationId xmlns:a16="http://schemas.microsoft.com/office/drawing/2014/main" id="{62ECA037-71F1-DD4E-991A-F41E1580F81D}"/>
              </a:ext>
            </a:extLst>
          </p:cNvPr>
          <p:cNvSpPr txBox="1">
            <a:spLocks/>
          </p:cNvSpPr>
          <p:nvPr/>
        </p:nvSpPr>
        <p:spPr>
          <a:xfrm>
            <a:off x="35648587" y="1116017"/>
            <a:ext cx="7838575" cy="2511103"/>
          </a:xfrm>
          <a:prstGeom prst="rect">
            <a:avLst/>
          </a:prstGeom>
        </p:spPr>
        <p:txBody>
          <a:bodyPr/>
          <a:lst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a:lstStyle>
          <a:p>
            <a:r>
              <a:rPr lang="en-US" sz="4000" b="1" dirty="0">
                <a:solidFill>
                  <a:schemeClr val="bg1"/>
                </a:solidFill>
              </a:rPr>
              <a:t>CONTRIBUTORS:</a:t>
            </a:r>
          </a:p>
          <a:p>
            <a:endParaRPr lang="en-US" sz="4000" b="1" dirty="0">
              <a:solidFill>
                <a:schemeClr val="bg1"/>
              </a:solidFill>
            </a:endParaRPr>
          </a:p>
          <a:p>
            <a:pPr marL="571500" indent="-571500">
              <a:buFont typeface="Arial" panose="020B0604020202020204" pitchFamily="34" charset="0"/>
              <a:buChar char="•"/>
            </a:pPr>
            <a:r>
              <a:rPr lang="en-US" sz="4000" dirty="0">
                <a:solidFill>
                  <a:schemeClr val="bg1"/>
                </a:solidFill>
              </a:rPr>
              <a:t>Kowshik Chowdhury</a:t>
            </a:r>
          </a:p>
          <a:p>
            <a:pPr marL="571500" indent="-571500">
              <a:buFont typeface="Arial" panose="020B0604020202020204" pitchFamily="34" charset="0"/>
              <a:buChar char="•"/>
            </a:pPr>
            <a:r>
              <a:rPr lang="en-US" sz="4000" dirty="0">
                <a:solidFill>
                  <a:schemeClr val="bg1"/>
                </a:solidFill>
              </a:rPr>
              <a:t>Peng Jiang</a:t>
            </a:r>
          </a:p>
        </p:txBody>
      </p:sp>
      <p:sp>
        <p:nvSpPr>
          <p:cNvPr id="6" name="TextBox 42">
            <a:extLst>
              <a:ext uri="{FF2B5EF4-FFF2-40B4-BE49-F238E27FC236}">
                <a16:creationId xmlns:a16="http://schemas.microsoft.com/office/drawing/2014/main" id="{73F2ABFB-77E3-A24B-81CB-F59898620369}"/>
              </a:ext>
            </a:extLst>
          </p:cNvPr>
          <p:cNvSpPr txBox="1">
            <a:spLocks noChangeArrowheads="1"/>
          </p:cNvSpPr>
          <p:nvPr/>
        </p:nvSpPr>
        <p:spPr bwMode="auto">
          <a:xfrm>
            <a:off x="1605417" y="6408280"/>
            <a:ext cx="8612670" cy="7848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9900">
                <a:solidFill>
                  <a:schemeClr val="tx1"/>
                </a:solidFill>
                <a:latin typeface="Arial" charset="0"/>
                <a:ea typeface="ＭＳ Ｐゴシック" charset="0"/>
                <a:cs typeface="ＭＳ Ｐゴシック" charset="0"/>
              </a:defRPr>
            </a:lvl1pPr>
            <a:lvl2pPr marL="742950" indent="-285750" eaLnBrk="0" hangingPunct="0">
              <a:defRPr sz="9900">
                <a:solidFill>
                  <a:schemeClr val="tx1"/>
                </a:solidFill>
                <a:latin typeface="Arial" charset="0"/>
                <a:ea typeface="ＭＳ Ｐゴシック" charset="0"/>
              </a:defRPr>
            </a:lvl2pPr>
            <a:lvl3pPr marL="1143000" indent="-228600" eaLnBrk="0" hangingPunct="0">
              <a:defRPr sz="9900">
                <a:solidFill>
                  <a:schemeClr val="tx1"/>
                </a:solidFill>
                <a:latin typeface="Arial" charset="0"/>
                <a:ea typeface="ＭＳ Ｐゴシック" charset="0"/>
              </a:defRPr>
            </a:lvl3pPr>
            <a:lvl4pPr marL="1600200" indent="-228600" eaLnBrk="0" hangingPunct="0">
              <a:defRPr sz="9900">
                <a:solidFill>
                  <a:schemeClr val="tx1"/>
                </a:solidFill>
                <a:latin typeface="Arial" charset="0"/>
                <a:ea typeface="ＭＳ Ｐゴシック" charset="0"/>
              </a:defRPr>
            </a:lvl4pPr>
            <a:lvl5pPr marL="2057400" indent="-228600" eaLnBrk="0" hangingPunct="0">
              <a:defRPr sz="9900">
                <a:solidFill>
                  <a:schemeClr val="tx1"/>
                </a:solidFill>
                <a:latin typeface="Arial" charset="0"/>
                <a:ea typeface="ＭＳ Ｐゴシック" charset="0"/>
              </a:defRPr>
            </a:lvl5pPr>
            <a:lvl6pPr marL="2514600" indent="-228600" defTabSz="2506663" eaLnBrk="0" fontAlgn="base" hangingPunct="0">
              <a:spcBef>
                <a:spcPct val="0"/>
              </a:spcBef>
              <a:spcAft>
                <a:spcPct val="0"/>
              </a:spcAft>
              <a:defRPr sz="9900">
                <a:solidFill>
                  <a:schemeClr val="tx1"/>
                </a:solidFill>
                <a:latin typeface="Arial" charset="0"/>
                <a:ea typeface="ＭＳ Ｐゴシック" charset="0"/>
              </a:defRPr>
            </a:lvl6pPr>
            <a:lvl7pPr marL="2971800" indent="-228600" defTabSz="2506663" eaLnBrk="0" fontAlgn="base" hangingPunct="0">
              <a:spcBef>
                <a:spcPct val="0"/>
              </a:spcBef>
              <a:spcAft>
                <a:spcPct val="0"/>
              </a:spcAft>
              <a:defRPr sz="9900">
                <a:solidFill>
                  <a:schemeClr val="tx1"/>
                </a:solidFill>
                <a:latin typeface="Arial" charset="0"/>
                <a:ea typeface="ＭＳ Ｐゴシック" charset="0"/>
              </a:defRPr>
            </a:lvl7pPr>
            <a:lvl8pPr marL="3429000" indent="-228600" defTabSz="2506663" eaLnBrk="0" fontAlgn="base" hangingPunct="0">
              <a:spcBef>
                <a:spcPct val="0"/>
              </a:spcBef>
              <a:spcAft>
                <a:spcPct val="0"/>
              </a:spcAft>
              <a:defRPr sz="9900">
                <a:solidFill>
                  <a:schemeClr val="tx1"/>
                </a:solidFill>
                <a:latin typeface="Arial" charset="0"/>
                <a:ea typeface="ＭＳ Ｐゴシック" charset="0"/>
              </a:defRPr>
            </a:lvl8pPr>
            <a:lvl9pPr marL="3886200" indent="-228600" defTabSz="2506663" eaLnBrk="0" fontAlgn="base" hangingPunct="0">
              <a:spcBef>
                <a:spcPct val="0"/>
              </a:spcBef>
              <a:spcAft>
                <a:spcPct val="0"/>
              </a:spcAft>
              <a:defRPr sz="9900">
                <a:solidFill>
                  <a:schemeClr val="tx1"/>
                </a:solidFill>
                <a:latin typeface="Arial" charset="0"/>
                <a:ea typeface="ＭＳ Ｐゴシック" charset="0"/>
              </a:defRPr>
            </a:lvl9pPr>
          </a:lstStyle>
          <a:p>
            <a:pPr eaLnBrk="1" hangingPunct="1"/>
            <a:r>
              <a:rPr lang="en-US" sz="4500" b="1" dirty="0">
                <a:solidFill>
                  <a:srgbClr val="D71920"/>
                </a:solidFill>
                <a:latin typeface="+mj-lt"/>
                <a:cs typeface="Arial" charset="0"/>
              </a:rPr>
              <a:t>Abstract</a:t>
            </a:r>
          </a:p>
        </p:txBody>
      </p:sp>
      <p:sp>
        <p:nvSpPr>
          <p:cNvPr id="8" name="TextBox 42">
            <a:extLst>
              <a:ext uri="{FF2B5EF4-FFF2-40B4-BE49-F238E27FC236}">
                <a16:creationId xmlns:a16="http://schemas.microsoft.com/office/drawing/2014/main" id="{14DF8311-0E01-224B-82AE-3DF904F79B85}"/>
              </a:ext>
            </a:extLst>
          </p:cNvPr>
          <p:cNvSpPr txBox="1">
            <a:spLocks noChangeArrowheads="1"/>
          </p:cNvSpPr>
          <p:nvPr/>
        </p:nvSpPr>
        <p:spPr bwMode="auto">
          <a:xfrm>
            <a:off x="22289289" y="6408280"/>
            <a:ext cx="9106125" cy="7848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9900">
                <a:solidFill>
                  <a:schemeClr val="tx1"/>
                </a:solidFill>
                <a:latin typeface="Arial" charset="0"/>
                <a:ea typeface="ＭＳ Ｐゴシック" charset="0"/>
                <a:cs typeface="ＭＳ Ｐゴシック" charset="0"/>
              </a:defRPr>
            </a:lvl1pPr>
            <a:lvl2pPr marL="742950" indent="-285750" eaLnBrk="0" hangingPunct="0">
              <a:defRPr sz="9900">
                <a:solidFill>
                  <a:schemeClr val="tx1"/>
                </a:solidFill>
                <a:latin typeface="Arial" charset="0"/>
                <a:ea typeface="ＭＳ Ｐゴシック" charset="0"/>
              </a:defRPr>
            </a:lvl2pPr>
            <a:lvl3pPr marL="1143000" indent="-228600" eaLnBrk="0" hangingPunct="0">
              <a:defRPr sz="9900">
                <a:solidFill>
                  <a:schemeClr val="tx1"/>
                </a:solidFill>
                <a:latin typeface="Arial" charset="0"/>
                <a:ea typeface="ＭＳ Ｐゴシック" charset="0"/>
              </a:defRPr>
            </a:lvl3pPr>
            <a:lvl4pPr marL="1600200" indent="-228600" eaLnBrk="0" hangingPunct="0">
              <a:defRPr sz="9900">
                <a:solidFill>
                  <a:schemeClr val="tx1"/>
                </a:solidFill>
                <a:latin typeface="Arial" charset="0"/>
                <a:ea typeface="ＭＳ Ｐゴシック" charset="0"/>
              </a:defRPr>
            </a:lvl4pPr>
            <a:lvl5pPr marL="2057400" indent="-228600" eaLnBrk="0" hangingPunct="0">
              <a:defRPr sz="9900">
                <a:solidFill>
                  <a:schemeClr val="tx1"/>
                </a:solidFill>
                <a:latin typeface="Arial" charset="0"/>
                <a:ea typeface="ＭＳ Ｐゴシック" charset="0"/>
              </a:defRPr>
            </a:lvl5pPr>
            <a:lvl6pPr marL="2514600" indent="-228600" defTabSz="2506663" eaLnBrk="0" fontAlgn="base" hangingPunct="0">
              <a:spcBef>
                <a:spcPct val="0"/>
              </a:spcBef>
              <a:spcAft>
                <a:spcPct val="0"/>
              </a:spcAft>
              <a:defRPr sz="9900">
                <a:solidFill>
                  <a:schemeClr val="tx1"/>
                </a:solidFill>
                <a:latin typeface="Arial" charset="0"/>
                <a:ea typeface="ＭＳ Ｐゴシック" charset="0"/>
              </a:defRPr>
            </a:lvl6pPr>
            <a:lvl7pPr marL="2971800" indent="-228600" defTabSz="2506663" eaLnBrk="0" fontAlgn="base" hangingPunct="0">
              <a:spcBef>
                <a:spcPct val="0"/>
              </a:spcBef>
              <a:spcAft>
                <a:spcPct val="0"/>
              </a:spcAft>
              <a:defRPr sz="9900">
                <a:solidFill>
                  <a:schemeClr val="tx1"/>
                </a:solidFill>
                <a:latin typeface="Arial" charset="0"/>
                <a:ea typeface="ＭＳ Ｐゴシック" charset="0"/>
              </a:defRPr>
            </a:lvl7pPr>
            <a:lvl8pPr marL="3429000" indent="-228600" defTabSz="2506663" eaLnBrk="0" fontAlgn="base" hangingPunct="0">
              <a:spcBef>
                <a:spcPct val="0"/>
              </a:spcBef>
              <a:spcAft>
                <a:spcPct val="0"/>
              </a:spcAft>
              <a:defRPr sz="9900">
                <a:solidFill>
                  <a:schemeClr val="tx1"/>
                </a:solidFill>
                <a:latin typeface="Arial" charset="0"/>
                <a:ea typeface="ＭＳ Ｐゴシック" charset="0"/>
              </a:defRPr>
            </a:lvl8pPr>
            <a:lvl9pPr marL="3886200" indent="-228600" defTabSz="2506663" eaLnBrk="0" fontAlgn="base" hangingPunct="0">
              <a:spcBef>
                <a:spcPct val="0"/>
              </a:spcBef>
              <a:spcAft>
                <a:spcPct val="0"/>
              </a:spcAft>
              <a:defRPr sz="9900">
                <a:solidFill>
                  <a:schemeClr val="tx1"/>
                </a:solidFill>
                <a:latin typeface="Arial" charset="0"/>
                <a:ea typeface="ＭＳ Ｐゴシック" charset="0"/>
              </a:defRPr>
            </a:lvl9pPr>
          </a:lstStyle>
          <a:p>
            <a:pPr eaLnBrk="1" hangingPunct="1"/>
            <a:r>
              <a:rPr lang="en-US" sz="4500" b="1" dirty="0">
                <a:solidFill>
                  <a:srgbClr val="D71920"/>
                </a:solidFill>
                <a:latin typeface="+mj-lt"/>
                <a:cs typeface="Arial" charset="0"/>
              </a:rPr>
              <a:t>Research Design (cont.)</a:t>
            </a:r>
          </a:p>
        </p:txBody>
      </p:sp>
      <p:sp>
        <p:nvSpPr>
          <p:cNvPr id="9" name="TextBox 42">
            <a:extLst>
              <a:ext uri="{FF2B5EF4-FFF2-40B4-BE49-F238E27FC236}">
                <a16:creationId xmlns:a16="http://schemas.microsoft.com/office/drawing/2014/main" id="{F94AE293-A608-224C-AA6E-72A82099AC03}"/>
              </a:ext>
            </a:extLst>
          </p:cNvPr>
          <p:cNvSpPr txBox="1">
            <a:spLocks noChangeArrowheads="1"/>
          </p:cNvSpPr>
          <p:nvPr/>
        </p:nvSpPr>
        <p:spPr bwMode="auto">
          <a:xfrm>
            <a:off x="32859696" y="6408280"/>
            <a:ext cx="9106125" cy="7848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9900">
                <a:solidFill>
                  <a:schemeClr val="tx1"/>
                </a:solidFill>
                <a:latin typeface="Arial" charset="0"/>
                <a:ea typeface="ＭＳ Ｐゴシック" charset="0"/>
                <a:cs typeface="ＭＳ Ｐゴシック" charset="0"/>
              </a:defRPr>
            </a:lvl1pPr>
            <a:lvl2pPr marL="742950" indent="-285750" eaLnBrk="0" hangingPunct="0">
              <a:defRPr sz="9900">
                <a:solidFill>
                  <a:schemeClr val="tx1"/>
                </a:solidFill>
                <a:latin typeface="Arial" charset="0"/>
                <a:ea typeface="ＭＳ Ｐゴシック" charset="0"/>
              </a:defRPr>
            </a:lvl2pPr>
            <a:lvl3pPr marL="1143000" indent="-228600" eaLnBrk="0" hangingPunct="0">
              <a:defRPr sz="9900">
                <a:solidFill>
                  <a:schemeClr val="tx1"/>
                </a:solidFill>
                <a:latin typeface="Arial" charset="0"/>
                <a:ea typeface="ＭＳ Ｐゴシック" charset="0"/>
              </a:defRPr>
            </a:lvl3pPr>
            <a:lvl4pPr marL="1600200" indent="-228600" eaLnBrk="0" hangingPunct="0">
              <a:defRPr sz="9900">
                <a:solidFill>
                  <a:schemeClr val="tx1"/>
                </a:solidFill>
                <a:latin typeface="Arial" charset="0"/>
                <a:ea typeface="ＭＳ Ｐゴシック" charset="0"/>
              </a:defRPr>
            </a:lvl4pPr>
            <a:lvl5pPr marL="2057400" indent="-228600" eaLnBrk="0" hangingPunct="0">
              <a:defRPr sz="9900">
                <a:solidFill>
                  <a:schemeClr val="tx1"/>
                </a:solidFill>
                <a:latin typeface="Arial" charset="0"/>
                <a:ea typeface="ＭＳ Ｐゴシック" charset="0"/>
              </a:defRPr>
            </a:lvl5pPr>
            <a:lvl6pPr marL="2514600" indent="-228600" defTabSz="2506663" eaLnBrk="0" fontAlgn="base" hangingPunct="0">
              <a:spcBef>
                <a:spcPct val="0"/>
              </a:spcBef>
              <a:spcAft>
                <a:spcPct val="0"/>
              </a:spcAft>
              <a:defRPr sz="9900">
                <a:solidFill>
                  <a:schemeClr val="tx1"/>
                </a:solidFill>
                <a:latin typeface="Arial" charset="0"/>
                <a:ea typeface="ＭＳ Ｐゴシック" charset="0"/>
              </a:defRPr>
            </a:lvl6pPr>
            <a:lvl7pPr marL="2971800" indent="-228600" defTabSz="2506663" eaLnBrk="0" fontAlgn="base" hangingPunct="0">
              <a:spcBef>
                <a:spcPct val="0"/>
              </a:spcBef>
              <a:spcAft>
                <a:spcPct val="0"/>
              </a:spcAft>
              <a:defRPr sz="9900">
                <a:solidFill>
                  <a:schemeClr val="tx1"/>
                </a:solidFill>
                <a:latin typeface="Arial" charset="0"/>
                <a:ea typeface="ＭＳ Ｐゴシック" charset="0"/>
              </a:defRPr>
            </a:lvl7pPr>
            <a:lvl8pPr marL="3429000" indent="-228600" defTabSz="2506663" eaLnBrk="0" fontAlgn="base" hangingPunct="0">
              <a:spcBef>
                <a:spcPct val="0"/>
              </a:spcBef>
              <a:spcAft>
                <a:spcPct val="0"/>
              </a:spcAft>
              <a:defRPr sz="9900">
                <a:solidFill>
                  <a:schemeClr val="tx1"/>
                </a:solidFill>
                <a:latin typeface="Arial" charset="0"/>
                <a:ea typeface="ＭＳ Ｐゴシック" charset="0"/>
              </a:defRPr>
            </a:lvl8pPr>
            <a:lvl9pPr marL="3886200" indent="-228600" defTabSz="2506663" eaLnBrk="0" fontAlgn="base" hangingPunct="0">
              <a:spcBef>
                <a:spcPct val="0"/>
              </a:spcBef>
              <a:spcAft>
                <a:spcPct val="0"/>
              </a:spcAft>
              <a:defRPr sz="9900">
                <a:solidFill>
                  <a:schemeClr val="tx1"/>
                </a:solidFill>
                <a:latin typeface="Arial" charset="0"/>
                <a:ea typeface="ＭＳ Ｐゴシック" charset="0"/>
              </a:defRPr>
            </a:lvl9pPr>
          </a:lstStyle>
          <a:p>
            <a:pPr eaLnBrk="1" hangingPunct="1"/>
            <a:r>
              <a:rPr lang="en-US" sz="4500" b="1" dirty="0">
                <a:solidFill>
                  <a:srgbClr val="D71920"/>
                </a:solidFill>
                <a:latin typeface="+mj-lt"/>
                <a:cs typeface="Arial" charset="0"/>
              </a:rPr>
              <a:t>Result &amp; Progress (cont.)</a:t>
            </a:r>
          </a:p>
        </p:txBody>
      </p:sp>
      <p:grpSp>
        <p:nvGrpSpPr>
          <p:cNvPr id="21" name="Group 20">
            <a:extLst>
              <a:ext uri="{FF2B5EF4-FFF2-40B4-BE49-F238E27FC236}">
                <a16:creationId xmlns:a16="http://schemas.microsoft.com/office/drawing/2014/main" id="{5565621F-A20A-0D45-A616-440806D6096D}"/>
              </a:ext>
            </a:extLst>
          </p:cNvPr>
          <p:cNvGrpSpPr/>
          <p:nvPr/>
        </p:nvGrpSpPr>
        <p:grpSpPr>
          <a:xfrm>
            <a:off x="1605417" y="17594642"/>
            <a:ext cx="9106125" cy="784830"/>
            <a:chOff x="1605417" y="17482901"/>
            <a:chExt cx="9106125" cy="784830"/>
          </a:xfrm>
        </p:grpSpPr>
        <p:sp>
          <p:nvSpPr>
            <p:cNvPr id="10" name="TextBox 42">
              <a:extLst>
                <a:ext uri="{FF2B5EF4-FFF2-40B4-BE49-F238E27FC236}">
                  <a16:creationId xmlns:a16="http://schemas.microsoft.com/office/drawing/2014/main" id="{469F2B53-3D2D-EC49-B98B-331BAA886FAA}"/>
                </a:ext>
              </a:extLst>
            </p:cNvPr>
            <p:cNvSpPr txBox="1">
              <a:spLocks noChangeArrowheads="1"/>
            </p:cNvSpPr>
            <p:nvPr/>
          </p:nvSpPr>
          <p:spPr bwMode="auto">
            <a:xfrm>
              <a:off x="1605417" y="17482901"/>
              <a:ext cx="9106125" cy="7848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9900">
                  <a:solidFill>
                    <a:schemeClr val="tx1"/>
                  </a:solidFill>
                  <a:latin typeface="Arial" charset="0"/>
                  <a:ea typeface="ＭＳ Ｐゴシック" charset="0"/>
                  <a:cs typeface="ＭＳ Ｐゴシック" charset="0"/>
                </a:defRPr>
              </a:lvl1pPr>
              <a:lvl2pPr marL="742950" indent="-285750" eaLnBrk="0" hangingPunct="0">
                <a:defRPr sz="9900">
                  <a:solidFill>
                    <a:schemeClr val="tx1"/>
                  </a:solidFill>
                  <a:latin typeface="Arial" charset="0"/>
                  <a:ea typeface="ＭＳ Ｐゴシック" charset="0"/>
                </a:defRPr>
              </a:lvl2pPr>
              <a:lvl3pPr marL="1143000" indent="-228600" eaLnBrk="0" hangingPunct="0">
                <a:defRPr sz="9900">
                  <a:solidFill>
                    <a:schemeClr val="tx1"/>
                  </a:solidFill>
                  <a:latin typeface="Arial" charset="0"/>
                  <a:ea typeface="ＭＳ Ｐゴシック" charset="0"/>
                </a:defRPr>
              </a:lvl3pPr>
              <a:lvl4pPr marL="1600200" indent="-228600" eaLnBrk="0" hangingPunct="0">
                <a:defRPr sz="9900">
                  <a:solidFill>
                    <a:schemeClr val="tx1"/>
                  </a:solidFill>
                  <a:latin typeface="Arial" charset="0"/>
                  <a:ea typeface="ＭＳ Ｐゴシック" charset="0"/>
                </a:defRPr>
              </a:lvl4pPr>
              <a:lvl5pPr marL="2057400" indent="-228600" eaLnBrk="0" hangingPunct="0">
                <a:defRPr sz="9900">
                  <a:solidFill>
                    <a:schemeClr val="tx1"/>
                  </a:solidFill>
                  <a:latin typeface="Arial" charset="0"/>
                  <a:ea typeface="ＭＳ Ｐゴシック" charset="0"/>
                </a:defRPr>
              </a:lvl5pPr>
              <a:lvl6pPr marL="2514600" indent="-228600" defTabSz="2506663" eaLnBrk="0" fontAlgn="base" hangingPunct="0">
                <a:spcBef>
                  <a:spcPct val="0"/>
                </a:spcBef>
                <a:spcAft>
                  <a:spcPct val="0"/>
                </a:spcAft>
                <a:defRPr sz="9900">
                  <a:solidFill>
                    <a:schemeClr val="tx1"/>
                  </a:solidFill>
                  <a:latin typeface="Arial" charset="0"/>
                  <a:ea typeface="ＭＳ Ｐゴシック" charset="0"/>
                </a:defRPr>
              </a:lvl6pPr>
              <a:lvl7pPr marL="2971800" indent="-228600" defTabSz="2506663" eaLnBrk="0" fontAlgn="base" hangingPunct="0">
                <a:spcBef>
                  <a:spcPct val="0"/>
                </a:spcBef>
                <a:spcAft>
                  <a:spcPct val="0"/>
                </a:spcAft>
                <a:defRPr sz="9900">
                  <a:solidFill>
                    <a:schemeClr val="tx1"/>
                  </a:solidFill>
                  <a:latin typeface="Arial" charset="0"/>
                  <a:ea typeface="ＭＳ Ｐゴシック" charset="0"/>
                </a:defRPr>
              </a:lvl7pPr>
              <a:lvl8pPr marL="3429000" indent="-228600" defTabSz="2506663" eaLnBrk="0" fontAlgn="base" hangingPunct="0">
                <a:spcBef>
                  <a:spcPct val="0"/>
                </a:spcBef>
                <a:spcAft>
                  <a:spcPct val="0"/>
                </a:spcAft>
                <a:defRPr sz="9900">
                  <a:solidFill>
                    <a:schemeClr val="tx1"/>
                  </a:solidFill>
                  <a:latin typeface="Arial" charset="0"/>
                  <a:ea typeface="ＭＳ Ｐゴシック" charset="0"/>
                </a:defRPr>
              </a:lvl8pPr>
              <a:lvl9pPr marL="3886200" indent="-228600" defTabSz="2506663" eaLnBrk="0" fontAlgn="base" hangingPunct="0">
                <a:spcBef>
                  <a:spcPct val="0"/>
                </a:spcBef>
                <a:spcAft>
                  <a:spcPct val="0"/>
                </a:spcAft>
                <a:defRPr sz="9900">
                  <a:solidFill>
                    <a:schemeClr val="tx1"/>
                  </a:solidFill>
                  <a:latin typeface="Arial" charset="0"/>
                  <a:ea typeface="ＭＳ Ｐゴシック" charset="0"/>
                </a:defRPr>
              </a:lvl9pPr>
            </a:lstStyle>
            <a:p>
              <a:pPr eaLnBrk="1" hangingPunct="1"/>
              <a:r>
                <a:rPr lang="en-US" sz="4500" b="1" dirty="0">
                  <a:solidFill>
                    <a:srgbClr val="D71920"/>
                  </a:solidFill>
                  <a:latin typeface="+mj-lt"/>
                  <a:cs typeface="Arial" charset="0"/>
                </a:rPr>
                <a:t>Introduction</a:t>
              </a:r>
            </a:p>
          </p:txBody>
        </p:sp>
        <p:cxnSp>
          <p:nvCxnSpPr>
            <p:cNvPr id="18" name="Straight Connector 17">
              <a:extLst>
                <a:ext uri="{FF2B5EF4-FFF2-40B4-BE49-F238E27FC236}">
                  <a16:creationId xmlns:a16="http://schemas.microsoft.com/office/drawing/2014/main" id="{A06FCFEA-3A67-294D-8848-FB25431BADF3}"/>
                </a:ext>
              </a:extLst>
            </p:cNvPr>
            <p:cNvCxnSpPr/>
            <p:nvPr/>
          </p:nvCxnSpPr>
          <p:spPr>
            <a:xfrm>
              <a:off x="1605417" y="17504228"/>
              <a:ext cx="9106125" cy="0"/>
            </a:xfrm>
            <a:prstGeom prst="line">
              <a:avLst/>
            </a:prstGeom>
            <a:ln w="63500">
              <a:solidFill>
                <a:schemeClr val="bg2"/>
              </a:solidFill>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87762395-42D2-CE4E-BAD7-6C71CDBEE0E3}"/>
              </a:ext>
            </a:extLst>
          </p:cNvPr>
          <p:cNvGrpSpPr/>
          <p:nvPr/>
        </p:nvGrpSpPr>
        <p:grpSpPr>
          <a:xfrm>
            <a:off x="11846251" y="15100769"/>
            <a:ext cx="9171439" cy="784830"/>
            <a:chOff x="12055703" y="17490808"/>
            <a:chExt cx="9171439" cy="784830"/>
          </a:xfrm>
        </p:grpSpPr>
        <p:sp>
          <p:nvSpPr>
            <p:cNvPr id="19" name="TextBox 42">
              <a:extLst>
                <a:ext uri="{FF2B5EF4-FFF2-40B4-BE49-F238E27FC236}">
                  <a16:creationId xmlns:a16="http://schemas.microsoft.com/office/drawing/2014/main" id="{25298232-EB69-144F-B5AD-F33C8B8014C9}"/>
                </a:ext>
              </a:extLst>
            </p:cNvPr>
            <p:cNvSpPr txBox="1">
              <a:spLocks noChangeArrowheads="1"/>
            </p:cNvSpPr>
            <p:nvPr/>
          </p:nvSpPr>
          <p:spPr bwMode="auto">
            <a:xfrm>
              <a:off x="12055703" y="17490808"/>
              <a:ext cx="9106125" cy="7848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9900">
                  <a:solidFill>
                    <a:schemeClr val="tx1"/>
                  </a:solidFill>
                  <a:latin typeface="Arial" charset="0"/>
                  <a:ea typeface="ＭＳ Ｐゴシック" charset="0"/>
                  <a:cs typeface="ＭＳ Ｐゴシック" charset="0"/>
                </a:defRPr>
              </a:lvl1pPr>
              <a:lvl2pPr marL="742950" indent="-285750" eaLnBrk="0" hangingPunct="0">
                <a:defRPr sz="9900">
                  <a:solidFill>
                    <a:schemeClr val="tx1"/>
                  </a:solidFill>
                  <a:latin typeface="Arial" charset="0"/>
                  <a:ea typeface="ＭＳ Ｐゴシック" charset="0"/>
                </a:defRPr>
              </a:lvl2pPr>
              <a:lvl3pPr marL="1143000" indent="-228600" eaLnBrk="0" hangingPunct="0">
                <a:defRPr sz="9900">
                  <a:solidFill>
                    <a:schemeClr val="tx1"/>
                  </a:solidFill>
                  <a:latin typeface="Arial" charset="0"/>
                  <a:ea typeface="ＭＳ Ｐゴシック" charset="0"/>
                </a:defRPr>
              </a:lvl3pPr>
              <a:lvl4pPr marL="1600200" indent="-228600" eaLnBrk="0" hangingPunct="0">
                <a:defRPr sz="9900">
                  <a:solidFill>
                    <a:schemeClr val="tx1"/>
                  </a:solidFill>
                  <a:latin typeface="Arial" charset="0"/>
                  <a:ea typeface="ＭＳ Ｐゴシック" charset="0"/>
                </a:defRPr>
              </a:lvl4pPr>
              <a:lvl5pPr marL="2057400" indent="-228600" eaLnBrk="0" hangingPunct="0">
                <a:defRPr sz="9900">
                  <a:solidFill>
                    <a:schemeClr val="tx1"/>
                  </a:solidFill>
                  <a:latin typeface="Arial" charset="0"/>
                  <a:ea typeface="ＭＳ Ｐゴシック" charset="0"/>
                </a:defRPr>
              </a:lvl5pPr>
              <a:lvl6pPr marL="2514600" indent="-228600" defTabSz="2506663" eaLnBrk="0" fontAlgn="base" hangingPunct="0">
                <a:spcBef>
                  <a:spcPct val="0"/>
                </a:spcBef>
                <a:spcAft>
                  <a:spcPct val="0"/>
                </a:spcAft>
                <a:defRPr sz="9900">
                  <a:solidFill>
                    <a:schemeClr val="tx1"/>
                  </a:solidFill>
                  <a:latin typeface="Arial" charset="0"/>
                  <a:ea typeface="ＭＳ Ｐゴシック" charset="0"/>
                </a:defRPr>
              </a:lvl6pPr>
              <a:lvl7pPr marL="2971800" indent="-228600" defTabSz="2506663" eaLnBrk="0" fontAlgn="base" hangingPunct="0">
                <a:spcBef>
                  <a:spcPct val="0"/>
                </a:spcBef>
                <a:spcAft>
                  <a:spcPct val="0"/>
                </a:spcAft>
                <a:defRPr sz="9900">
                  <a:solidFill>
                    <a:schemeClr val="tx1"/>
                  </a:solidFill>
                  <a:latin typeface="Arial" charset="0"/>
                  <a:ea typeface="ＭＳ Ｐゴシック" charset="0"/>
                </a:defRPr>
              </a:lvl7pPr>
              <a:lvl8pPr marL="3429000" indent="-228600" defTabSz="2506663" eaLnBrk="0" fontAlgn="base" hangingPunct="0">
                <a:spcBef>
                  <a:spcPct val="0"/>
                </a:spcBef>
                <a:spcAft>
                  <a:spcPct val="0"/>
                </a:spcAft>
                <a:defRPr sz="9900">
                  <a:solidFill>
                    <a:schemeClr val="tx1"/>
                  </a:solidFill>
                  <a:latin typeface="Arial" charset="0"/>
                  <a:ea typeface="ＭＳ Ｐゴシック" charset="0"/>
                </a:defRPr>
              </a:lvl8pPr>
              <a:lvl9pPr marL="3886200" indent="-228600" defTabSz="2506663" eaLnBrk="0" fontAlgn="base" hangingPunct="0">
                <a:spcBef>
                  <a:spcPct val="0"/>
                </a:spcBef>
                <a:spcAft>
                  <a:spcPct val="0"/>
                </a:spcAft>
                <a:defRPr sz="9900">
                  <a:solidFill>
                    <a:schemeClr val="tx1"/>
                  </a:solidFill>
                  <a:latin typeface="Arial" charset="0"/>
                  <a:ea typeface="ＭＳ Ｐゴシック" charset="0"/>
                </a:defRPr>
              </a:lvl9pPr>
            </a:lstStyle>
            <a:p>
              <a:pPr eaLnBrk="1" hangingPunct="1"/>
              <a:r>
                <a:rPr lang="en-US" sz="4500" b="1" dirty="0">
                  <a:solidFill>
                    <a:srgbClr val="D71920"/>
                  </a:solidFill>
                  <a:latin typeface="+mj-lt"/>
                  <a:cs typeface="Arial" charset="0"/>
                </a:rPr>
                <a:t>Research Design</a:t>
              </a:r>
            </a:p>
          </p:txBody>
        </p:sp>
        <p:cxnSp>
          <p:nvCxnSpPr>
            <p:cNvPr id="20" name="Straight Connector 19">
              <a:extLst>
                <a:ext uri="{FF2B5EF4-FFF2-40B4-BE49-F238E27FC236}">
                  <a16:creationId xmlns:a16="http://schemas.microsoft.com/office/drawing/2014/main" id="{20AB00CF-32D9-6548-8A65-D3E9E8850802}"/>
                </a:ext>
              </a:extLst>
            </p:cNvPr>
            <p:cNvCxnSpPr/>
            <p:nvPr/>
          </p:nvCxnSpPr>
          <p:spPr>
            <a:xfrm>
              <a:off x="12121017" y="17504228"/>
              <a:ext cx="9106125" cy="0"/>
            </a:xfrm>
            <a:prstGeom prst="line">
              <a:avLst/>
            </a:prstGeom>
            <a:ln w="63500">
              <a:solidFill>
                <a:schemeClr val="bg2"/>
              </a:solidFill>
            </a:ln>
          </p:spPr>
          <p:style>
            <a:lnRef idx="1">
              <a:schemeClr val="accent1"/>
            </a:lnRef>
            <a:fillRef idx="0">
              <a:schemeClr val="accent1"/>
            </a:fillRef>
            <a:effectRef idx="0">
              <a:schemeClr val="accent1"/>
            </a:effectRef>
            <a:fontRef idx="minor">
              <a:schemeClr val="tx1"/>
            </a:fontRef>
          </p:style>
        </p:cxnSp>
      </p:grpSp>
      <p:sp>
        <p:nvSpPr>
          <p:cNvPr id="29" name="TextBox 18">
            <a:extLst>
              <a:ext uri="{FF2B5EF4-FFF2-40B4-BE49-F238E27FC236}">
                <a16:creationId xmlns:a16="http://schemas.microsoft.com/office/drawing/2014/main" id="{5514BEDE-3164-144F-A796-D9A1E3E07744}"/>
              </a:ext>
            </a:extLst>
          </p:cNvPr>
          <p:cNvSpPr txBox="1">
            <a:spLocks noChangeArrowheads="1"/>
          </p:cNvSpPr>
          <p:nvPr/>
        </p:nvSpPr>
        <p:spPr bwMode="auto">
          <a:xfrm>
            <a:off x="1605417" y="7250952"/>
            <a:ext cx="9534410" cy="424731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9900">
                <a:solidFill>
                  <a:schemeClr val="tx1"/>
                </a:solidFill>
                <a:latin typeface="Arial" charset="0"/>
                <a:ea typeface="ＭＳ Ｐゴシック" charset="0"/>
                <a:cs typeface="ＭＳ Ｐゴシック" charset="0"/>
              </a:defRPr>
            </a:lvl1pPr>
            <a:lvl2pPr marL="742950" indent="-285750" eaLnBrk="0" hangingPunct="0">
              <a:defRPr sz="9900">
                <a:solidFill>
                  <a:schemeClr val="tx1"/>
                </a:solidFill>
                <a:latin typeface="Arial" charset="0"/>
                <a:ea typeface="ＭＳ Ｐゴシック" charset="0"/>
              </a:defRPr>
            </a:lvl2pPr>
            <a:lvl3pPr marL="1143000" indent="-228600" eaLnBrk="0" hangingPunct="0">
              <a:defRPr sz="9900">
                <a:solidFill>
                  <a:schemeClr val="tx1"/>
                </a:solidFill>
                <a:latin typeface="Arial" charset="0"/>
                <a:ea typeface="ＭＳ Ｐゴシック" charset="0"/>
              </a:defRPr>
            </a:lvl3pPr>
            <a:lvl4pPr marL="1600200" indent="-228600" eaLnBrk="0" hangingPunct="0">
              <a:defRPr sz="9900">
                <a:solidFill>
                  <a:schemeClr val="tx1"/>
                </a:solidFill>
                <a:latin typeface="Arial" charset="0"/>
                <a:ea typeface="ＭＳ Ｐゴシック" charset="0"/>
              </a:defRPr>
            </a:lvl4pPr>
            <a:lvl5pPr marL="2057400" indent="-228600" eaLnBrk="0" hangingPunct="0">
              <a:defRPr sz="9900">
                <a:solidFill>
                  <a:schemeClr val="tx1"/>
                </a:solidFill>
                <a:latin typeface="Arial" charset="0"/>
                <a:ea typeface="ＭＳ Ｐゴシック" charset="0"/>
              </a:defRPr>
            </a:lvl5pPr>
            <a:lvl6pPr marL="2514600" indent="-228600" defTabSz="2506663" eaLnBrk="0" fontAlgn="base" hangingPunct="0">
              <a:spcBef>
                <a:spcPct val="0"/>
              </a:spcBef>
              <a:spcAft>
                <a:spcPct val="0"/>
              </a:spcAft>
              <a:defRPr sz="9900">
                <a:solidFill>
                  <a:schemeClr val="tx1"/>
                </a:solidFill>
                <a:latin typeface="Arial" charset="0"/>
                <a:ea typeface="ＭＳ Ｐゴシック" charset="0"/>
              </a:defRPr>
            </a:lvl6pPr>
            <a:lvl7pPr marL="2971800" indent="-228600" defTabSz="2506663" eaLnBrk="0" fontAlgn="base" hangingPunct="0">
              <a:spcBef>
                <a:spcPct val="0"/>
              </a:spcBef>
              <a:spcAft>
                <a:spcPct val="0"/>
              </a:spcAft>
              <a:defRPr sz="9900">
                <a:solidFill>
                  <a:schemeClr val="tx1"/>
                </a:solidFill>
                <a:latin typeface="Arial" charset="0"/>
                <a:ea typeface="ＭＳ Ｐゴシック" charset="0"/>
              </a:defRPr>
            </a:lvl7pPr>
            <a:lvl8pPr marL="3429000" indent="-228600" defTabSz="2506663" eaLnBrk="0" fontAlgn="base" hangingPunct="0">
              <a:spcBef>
                <a:spcPct val="0"/>
              </a:spcBef>
              <a:spcAft>
                <a:spcPct val="0"/>
              </a:spcAft>
              <a:defRPr sz="9900">
                <a:solidFill>
                  <a:schemeClr val="tx1"/>
                </a:solidFill>
                <a:latin typeface="Arial" charset="0"/>
                <a:ea typeface="ＭＳ Ｐゴシック" charset="0"/>
              </a:defRPr>
            </a:lvl8pPr>
            <a:lvl9pPr marL="3886200" indent="-228600" defTabSz="2506663" eaLnBrk="0" fontAlgn="base" hangingPunct="0">
              <a:spcBef>
                <a:spcPct val="0"/>
              </a:spcBef>
              <a:spcAft>
                <a:spcPct val="0"/>
              </a:spcAft>
              <a:defRPr sz="9900">
                <a:solidFill>
                  <a:schemeClr val="tx1"/>
                </a:solidFill>
                <a:latin typeface="Arial" charset="0"/>
                <a:ea typeface="ＭＳ Ｐゴシック" charset="0"/>
              </a:defRPr>
            </a:lvl9pPr>
          </a:lstStyle>
          <a:p>
            <a:r>
              <a:rPr lang="ja-JP" altLang="en-US" sz="3000" dirty="0"/>
              <a:t>● </a:t>
            </a:r>
            <a:r>
              <a:rPr lang="en-US" altLang="ja-JP" sz="3000" dirty="0"/>
              <a:t>Unmanned Aerial Vehicles (UAVs) are becoming 	essential tools for public safety, particularly in 	high-	risk situations such as emergency response and 	large-scale surveillance.</a:t>
            </a:r>
            <a:endParaRPr lang="en-US" sz="3000" dirty="0"/>
          </a:p>
          <a:p>
            <a:r>
              <a:rPr lang="ja-JP" altLang="en-US" sz="3000" dirty="0"/>
              <a:t>● </a:t>
            </a:r>
            <a:r>
              <a:rPr lang="en-US" altLang="ja-JP" sz="3000" dirty="0"/>
              <a:t>Their mobility allows rapid deployment over areas 	that may be unsafe for human operators.</a:t>
            </a:r>
            <a:endParaRPr lang="en-US" sz="3000" dirty="0"/>
          </a:p>
          <a:p>
            <a:r>
              <a:rPr lang="ja-JP" altLang="en-US" sz="3000" dirty="0"/>
              <a:t>● </a:t>
            </a:r>
            <a:r>
              <a:rPr lang="en-US" altLang="ja-JP" sz="3000" dirty="0"/>
              <a:t>This offering real-time audio and visual intelligence 	to support decision making, in extreme scenarios 	such as gunshot detection.</a:t>
            </a:r>
            <a:endParaRPr lang="en-US" sz="3000" dirty="0"/>
          </a:p>
        </p:txBody>
      </p:sp>
      <p:sp>
        <p:nvSpPr>
          <p:cNvPr id="30" name="TextBox 18">
            <a:extLst>
              <a:ext uri="{FF2B5EF4-FFF2-40B4-BE49-F238E27FC236}">
                <a16:creationId xmlns:a16="http://schemas.microsoft.com/office/drawing/2014/main" id="{E19D84E1-F51F-D947-84A4-0DFF627C8758}"/>
              </a:ext>
            </a:extLst>
          </p:cNvPr>
          <p:cNvSpPr txBox="1">
            <a:spLocks noChangeArrowheads="1"/>
          </p:cNvSpPr>
          <p:nvPr/>
        </p:nvSpPr>
        <p:spPr bwMode="auto">
          <a:xfrm>
            <a:off x="1718405" y="18406915"/>
            <a:ext cx="9658466" cy="47089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Ins="0">
            <a:spAutoFit/>
          </a:bodyPr>
          <a:lstStyle>
            <a:lvl1pPr eaLnBrk="0" hangingPunct="0">
              <a:defRPr sz="9900">
                <a:solidFill>
                  <a:schemeClr val="tx1"/>
                </a:solidFill>
                <a:latin typeface="Arial" charset="0"/>
                <a:ea typeface="ＭＳ Ｐゴシック" charset="0"/>
                <a:cs typeface="ＭＳ Ｐゴシック" charset="0"/>
              </a:defRPr>
            </a:lvl1pPr>
            <a:lvl2pPr marL="742950" indent="-285750" eaLnBrk="0" hangingPunct="0">
              <a:defRPr sz="9900">
                <a:solidFill>
                  <a:schemeClr val="tx1"/>
                </a:solidFill>
                <a:latin typeface="Arial" charset="0"/>
                <a:ea typeface="ＭＳ Ｐゴシック" charset="0"/>
              </a:defRPr>
            </a:lvl2pPr>
            <a:lvl3pPr marL="1143000" indent="-228600" eaLnBrk="0" hangingPunct="0">
              <a:defRPr sz="9900">
                <a:solidFill>
                  <a:schemeClr val="tx1"/>
                </a:solidFill>
                <a:latin typeface="Arial" charset="0"/>
                <a:ea typeface="ＭＳ Ｐゴシック" charset="0"/>
              </a:defRPr>
            </a:lvl3pPr>
            <a:lvl4pPr marL="1600200" indent="-228600" eaLnBrk="0" hangingPunct="0">
              <a:defRPr sz="9900">
                <a:solidFill>
                  <a:schemeClr val="tx1"/>
                </a:solidFill>
                <a:latin typeface="Arial" charset="0"/>
                <a:ea typeface="ＭＳ Ｐゴシック" charset="0"/>
              </a:defRPr>
            </a:lvl4pPr>
            <a:lvl5pPr marL="2057400" indent="-228600" eaLnBrk="0" hangingPunct="0">
              <a:defRPr sz="9900">
                <a:solidFill>
                  <a:schemeClr val="tx1"/>
                </a:solidFill>
                <a:latin typeface="Arial" charset="0"/>
                <a:ea typeface="ＭＳ Ｐゴシック" charset="0"/>
              </a:defRPr>
            </a:lvl5pPr>
            <a:lvl6pPr marL="2514600" indent="-228600" defTabSz="2506663" eaLnBrk="0" fontAlgn="base" hangingPunct="0">
              <a:spcBef>
                <a:spcPct val="0"/>
              </a:spcBef>
              <a:spcAft>
                <a:spcPct val="0"/>
              </a:spcAft>
              <a:defRPr sz="9900">
                <a:solidFill>
                  <a:schemeClr val="tx1"/>
                </a:solidFill>
                <a:latin typeface="Arial" charset="0"/>
                <a:ea typeface="ＭＳ Ｐゴシック" charset="0"/>
              </a:defRPr>
            </a:lvl6pPr>
            <a:lvl7pPr marL="2971800" indent="-228600" defTabSz="2506663" eaLnBrk="0" fontAlgn="base" hangingPunct="0">
              <a:spcBef>
                <a:spcPct val="0"/>
              </a:spcBef>
              <a:spcAft>
                <a:spcPct val="0"/>
              </a:spcAft>
              <a:defRPr sz="9900">
                <a:solidFill>
                  <a:schemeClr val="tx1"/>
                </a:solidFill>
                <a:latin typeface="Arial" charset="0"/>
                <a:ea typeface="ＭＳ Ｐゴシック" charset="0"/>
              </a:defRPr>
            </a:lvl7pPr>
            <a:lvl8pPr marL="3429000" indent="-228600" defTabSz="2506663" eaLnBrk="0" fontAlgn="base" hangingPunct="0">
              <a:spcBef>
                <a:spcPct val="0"/>
              </a:spcBef>
              <a:spcAft>
                <a:spcPct val="0"/>
              </a:spcAft>
              <a:defRPr sz="9900">
                <a:solidFill>
                  <a:schemeClr val="tx1"/>
                </a:solidFill>
                <a:latin typeface="Arial" charset="0"/>
                <a:ea typeface="ＭＳ Ｐゴシック" charset="0"/>
              </a:defRPr>
            </a:lvl8pPr>
            <a:lvl9pPr marL="3886200" indent="-228600" defTabSz="2506663" eaLnBrk="0" fontAlgn="base" hangingPunct="0">
              <a:spcBef>
                <a:spcPct val="0"/>
              </a:spcBef>
              <a:spcAft>
                <a:spcPct val="0"/>
              </a:spcAft>
              <a:defRPr sz="9900">
                <a:solidFill>
                  <a:schemeClr val="tx1"/>
                </a:solidFill>
                <a:latin typeface="Arial" charset="0"/>
                <a:ea typeface="ＭＳ Ｐゴシック" charset="0"/>
              </a:defRPr>
            </a:lvl9pPr>
          </a:lstStyle>
          <a:p>
            <a:r>
              <a:rPr lang="ja-JP" altLang="en-US" sz="3000" b="1" dirty="0"/>
              <a:t>⇨ </a:t>
            </a:r>
            <a:r>
              <a:rPr lang="en-US" sz="3000" b="1" dirty="0"/>
              <a:t>UAV microphones struggle because of strong ego-noise</a:t>
            </a:r>
          </a:p>
          <a:p>
            <a:r>
              <a:rPr lang="en-US" sz="3000" dirty="0"/>
              <a:t>	</a:t>
            </a:r>
            <a:r>
              <a:rPr lang="ja-JP" altLang="en-US" sz="3000" dirty="0"/>
              <a:t>◉ </a:t>
            </a:r>
            <a:r>
              <a:rPr lang="en-US" altLang="ja-JP" sz="3000" dirty="0"/>
              <a:t>	</a:t>
            </a:r>
            <a:r>
              <a:rPr lang="en-US" sz="3000" dirty="0"/>
              <a:t>UAVs use microphones and other sensors to 				capture sound.</a:t>
            </a:r>
          </a:p>
          <a:p>
            <a:r>
              <a:rPr lang="en-US" sz="3000" dirty="0"/>
              <a:t>	</a:t>
            </a:r>
            <a:r>
              <a:rPr lang="ja-JP" altLang="en-US" sz="3000" dirty="0"/>
              <a:t>◉ </a:t>
            </a:r>
            <a:r>
              <a:rPr lang="en-US" altLang="ja-JP" sz="3000" dirty="0"/>
              <a:t>	</a:t>
            </a:r>
            <a:r>
              <a:rPr lang="en-US" sz="3000" dirty="0"/>
              <a:t>The propellers and rotors generate very loud ego-		noise.</a:t>
            </a:r>
          </a:p>
          <a:p>
            <a:r>
              <a:rPr lang="en-US" sz="3000" dirty="0"/>
              <a:t>	</a:t>
            </a:r>
            <a:r>
              <a:rPr lang="ja-JP" altLang="en-US" sz="3000" dirty="0"/>
              <a:t>◉</a:t>
            </a:r>
            <a:r>
              <a:rPr lang="en-US" sz="3000" dirty="0"/>
              <a:t>	This noise masks the signal of interest and 					severely reduces SNR.</a:t>
            </a:r>
          </a:p>
          <a:p>
            <a:r>
              <a:rPr lang="en-US" sz="3000" dirty="0"/>
              <a:t>	</a:t>
            </a:r>
            <a:r>
              <a:rPr lang="ja-JP" altLang="en-US" sz="3000" dirty="0"/>
              <a:t>◉</a:t>
            </a:r>
            <a:r>
              <a:rPr lang="en-US" sz="3000" dirty="0"/>
              <a:t>	Traditional sound processing methods start to fail 		in these low-SNR, dynamic conditions.</a:t>
            </a:r>
          </a:p>
        </p:txBody>
      </p:sp>
      <p:sp>
        <p:nvSpPr>
          <p:cNvPr id="37" name="TextBox 18">
            <a:extLst>
              <a:ext uri="{FF2B5EF4-FFF2-40B4-BE49-F238E27FC236}">
                <a16:creationId xmlns:a16="http://schemas.microsoft.com/office/drawing/2014/main" id="{48F5C9FD-7FCB-484E-ACC3-9A0FFE8FBA1A}"/>
              </a:ext>
            </a:extLst>
          </p:cNvPr>
          <p:cNvSpPr txBox="1">
            <a:spLocks noChangeArrowheads="1"/>
          </p:cNvSpPr>
          <p:nvPr/>
        </p:nvSpPr>
        <p:spPr bwMode="auto">
          <a:xfrm>
            <a:off x="11846251" y="15915851"/>
            <a:ext cx="9872202" cy="10156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rIns="0">
            <a:spAutoFit/>
          </a:bodyPr>
          <a:lstStyle>
            <a:lvl1pPr eaLnBrk="0" hangingPunct="0">
              <a:defRPr sz="9900">
                <a:solidFill>
                  <a:schemeClr val="tx1"/>
                </a:solidFill>
                <a:latin typeface="Arial" charset="0"/>
                <a:ea typeface="ＭＳ Ｐゴシック" charset="0"/>
                <a:cs typeface="ＭＳ Ｐゴシック" charset="0"/>
              </a:defRPr>
            </a:lvl1pPr>
            <a:lvl2pPr marL="742950" indent="-285750" eaLnBrk="0" hangingPunct="0">
              <a:defRPr sz="9900">
                <a:solidFill>
                  <a:schemeClr val="tx1"/>
                </a:solidFill>
                <a:latin typeface="Arial" charset="0"/>
                <a:ea typeface="ＭＳ Ｐゴシック" charset="0"/>
              </a:defRPr>
            </a:lvl2pPr>
            <a:lvl3pPr marL="1143000" indent="-228600" eaLnBrk="0" hangingPunct="0">
              <a:defRPr sz="9900">
                <a:solidFill>
                  <a:schemeClr val="tx1"/>
                </a:solidFill>
                <a:latin typeface="Arial" charset="0"/>
                <a:ea typeface="ＭＳ Ｐゴシック" charset="0"/>
              </a:defRPr>
            </a:lvl3pPr>
            <a:lvl4pPr marL="1600200" indent="-228600" eaLnBrk="0" hangingPunct="0">
              <a:defRPr sz="9900">
                <a:solidFill>
                  <a:schemeClr val="tx1"/>
                </a:solidFill>
                <a:latin typeface="Arial" charset="0"/>
                <a:ea typeface="ＭＳ Ｐゴシック" charset="0"/>
              </a:defRPr>
            </a:lvl4pPr>
            <a:lvl5pPr marL="2057400" indent="-228600" eaLnBrk="0" hangingPunct="0">
              <a:defRPr sz="9900">
                <a:solidFill>
                  <a:schemeClr val="tx1"/>
                </a:solidFill>
                <a:latin typeface="Arial" charset="0"/>
                <a:ea typeface="ＭＳ Ｐゴシック" charset="0"/>
              </a:defRPr>
            </a:lvl5pPr>
            <a:lvl6pPr marL="2514600" indent="-228600" defTabSz="2506663" eaLnBrk="0" fontAlgn="base" hangingPunct="0">
              <a:spcBef>
                <a:spcPct val="0"/>
              </a:spcBef>
              <a:spcAft>
                <a:spcPct val="0"/>
              </a:spcAft>
              <a:defRPr sz="9900">
                <a:solidFill>
                  <a:schemeClr val="tx1"/>
                </a:solidFill>
                <a:latin typeface="Arial" charset="0"/>
                <a:ea typeface="ＭＳ Ｐゴシック" charset="0"/>
              </a:defRPr>
            </a:lvl6pPr>
            <a:lvl7pPr marL="2971800" indent="-228600" defTabSz="2506663" eaLnBrk="0" fontAlgn="base" hangingPunct="0">
              <a:spcBef>
                <a:spcPct val="0"/>
              </a:spcBef>
              <a:spcAft>
                <a:spcPct val="0"/>
              </a:spcAft>
              <a:defRPr sz="9900">
                <a:solidFill>
                  <a:schemeClr val="tx1"/>
                </a:solidFill>
                <a:latin typeface="Arial" charset="0"/>
                <a:ea typeface="ＭＳ Ｐゴシック" charset="0"/>
              </a:defRPr>
            </a:lvl7pPr>
            <a:lvl8pPr marL="3429000" indent="-228600" defTabSz="2506663" eaLnBrk="0" fontAlgn="base" hangingPunct="0">
              <a:spcBef>
                <a:spcPct val="0"/>
              </a:spcBef>
              <a:spcAft>
                <a:spcPct val="0"/>
              </a:spcAft>
              <a:defRPr sz="9900">
                <a:solidFill>
                  <a:schemeClr val="tx1"/>
                </a:solidFill>
                <a:latin typeface="Arial" charset="0"/>
                <a:ea typeface="ＭＳ Ｐゴシック" charset="0"/>
              </a:defRPr>
            </a:lvl8pPr>
            <a:lvl9pPr marL="3886200" indent="-228600" defTabSz="2506663" eaLnBrk="0" fontAlgn="base" hangingPunct="0">
              <a:spcBef>
                <a:spcPct val="0"/>
              </a:spcBef>
              <a:spcAft>
                <a:spcPct val="0"/>
              </a:spcAft>
              <a:defRPr sz="9900">
                <a:solidFill>
                  <a:schemeClr val="tx1"/>
                </a:solidFill>
                <a:latin typeface="Arial" charset="0"/>
                <a:ea typeface="ＭＳ Ｐゴシック" charset="0"/>
              </a:defRPr>
            </a:lvl9pPr>
          </a:lstStyle>
          <a:p>
            <a:r>
              <a:rPr lang="en-US" sz="3000" dirty="0"/>
              <a:t>Design of this research will be accomplished by two phases</a:t>
            </a:r>
          </a:p>
        </p:txBody>
      </p:sp>
      <p:sp>
        <p:nvSpPr>
          <p:cNvPr id="39" name="TextBox 18">
            <a:extLst>
              <a:ext uri="{FF2B5EF4-FFF2-40B4-BE49-F238E27FC236}">
                <a16:creationId xmlns:a16="http://schemas.microsoft.com/office/drawing/2014/main" id="{65266D9E-20F1-3444-889A-A1F0743E1F03}"/>
              </a:ext>
            </a:extLst>
          </p:cNvPr>
          <p:cNvSpPr txBox="1">
            <a:spLocks noChangeArrowheads="1"/>
          </p:cNvSpPr>
          <p:nvPr/>
        </p:nvSpPr>
        <p:spPr bwMode="auto">
          <a:xfrm>
            <a:off x="5486400" y="2598988"/>
            <a:ext cx="16024860" cy="23083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9900">
                <a:solidFill>
                  <a:schemeClr val="tx1"/>
                </a:solidFill>
                <a:latin typeface="Arial" charset="0"/>
                <a:ea typeface="ＭＳ Ｐゴシック" charset="0"/>
                <a:cs typeface="ＭＳ Ｐゴシック" charset="0"/>
              </a:defRPr>
            </a:lvl1pPr>
            <a:lvl2pPr marL="742950" indent="-285750" eaLnBrk="0" hangingPunct="0">
              <a:defRPr sz="9900">
                <a:solidFill>
                  <a:schemeClr val="tx1"/>
                </a:solidFill>
                <a:latin typeface="Arial" charset="0"/>
                <a:ea typeface="ＭＳ Ｐゴシック" charset="0"/>
              </a:defRPr>
            </a:lvl2pPr>
            <a:lvl3pPr marL="1143000" indent="-228600" eaLnBrk="0" hangingPunct="0">
              <a:defRPr sz="9900">
                <a:solidFill>
                  <a:schemeClr val="tx1"/>
                </a:solidFill>
                <a:latin typeface="Arial" charset="0"/>
                <a:ea typeface="ＭＳ Ｐゴシック" charset="0"/>
              </a:defRPr>
            </a:lvl3pPr>
            <a:lvl4pPr marL="1600200" indent="-228600" eaLnBrk="0" hangingPunct="0">
              <a:defRPr sz="9900">
                <a:solidFill>
                  <a:schemeClr val="tx1"/>
                </a:solidFill>
                <a:latin typeface="Arial" charset="0"/>
                <a:ea typeface="ＭＳ Ｐゴシック" charset="0"/>
              </a:defRPr>
            </a:lvl4pPr>
            <a:lvl5pPr marL="2057400" indent="-228600" eaLnBrk="0" hangingPunct="0">
              <a:defRPr sz="9900">
                <a:solidFill>
                  <a:schemeClr val="tx1"/>
                </a:solidFill>
                <a:latin typeface="Arial" charset="0"/>
                <a:ea typeface="ＭＳ Ｐゴシック" charset="0"/>
              </a:defRPr>
            </a:lvl5pPr>
            <a:lvl6pPr marL="2514600" indent="-228600" defTabSz="2506663" eaLnBrk="0" fontAlgn="base" hangingPunct="0">
              <a:spcBef>
                <a:spcPct val="0"/>
              </a:spcBef>
              <a:spcAft>
                <a:spcPct val="0"/>
              </a:spcAft>
              <a:defRPr sz="9900">
                <a:solidFill>
                  <a:schemeClr val="tx1"/>
                </a:solidFill>
                <a:latin typeface="Arial" charset="0"/>
                <a:ea typeface="ＭＳ Ｐゴシック" charset="0"/>
              </a:defRPr>
            </a:lvl6pPr>
            <a:lvl7pPr marL="2971800" indent="-228600" defTabSz="2506663" eaLnBrk="0" fontAlgn="base" hangingPunct="0">
              <a:spcBef>
                <a:spcPct val="0"/>
              </a:spcBef>
              <a:spcAft>
                <a:spcPct val="0"/>
              </a:spcAft>
              <a:defRPr sz="9900">
                <a:solidFill>
                  <a:schemeClr val="tx1"/>
                </a:solidFill>
                <a:latin typeface="Arial" charset="0"/>
                <a:ea typeface="ＭＳ Ｐゴシック" charset="0"/>
              </a:defRPr>
            </a:lvl7pPr>
            <a:lvl8pPr marL="3429000" indent="-228600" defTabSz="2506663" eaLnBrk="0" fontAlgn="base" hangingPunct="0">
              <a:spcBef>
                <a:spcPct val="0"/>
              </a:spcBef>
              <a:spcAft>
                <a:spcPct val="0"/>
              </a:spcAft>
              <a:defRPr sz="9900">
                <a:solidFill>
                  <a:schemeClr val="tx1"/>
                </a:solidFill>
                <a:latin typeface="Arial" charset="0"/>
                <a:ea typeface="ＭＳ Ｐゴシック" charset="0"/>
              </a:defRPr>
            </a:lvl8pPr>
            <a:lvl9pPr marL="3886200" indent="-228600" defTabSz="2506663" eaLnBrk="0" fontAlgn="base" hangingPunct="0">
              <a:spcBef>
                <a:spcPct val="0"/>
              </a:spcBef>
              <a:spcAft>
                <a:spcPct val="0"/>
              </a:spcAft>
              <a:defRPr sz="9900">
                <a:solidFill>
                  <a:schemeClr val="tx1"/>
                </a:solidFill>
                <a:latin typeface="Arial" charset="0"/>
                <a:ea typeface="ＭＳ Ｐゴシック" charset="0"/>
              </a:defRPr>
            </a:lvl9pPr>
          </a:lstStyle>
          <a:p>
            <a:r>
              <a:rPr lang="en-US" sz="4800" dirty="0">
                <a:solidFill>
                  <a:schemeClr val="bg1"/>
                </a:solidFill>
              </a:rPr>
              <a:t>College of Information Science &amp; Technology</a:t>
            </a:r>
          </a:p>
          <a:p>
            <a:r>
              <a:rPr lang="en-US" sz="4800" dirty="0">
                <a:solidFill>
                  <a:schemeClr val="bg1"/>
                </a:solidFill>
              </a:rPr>
              <a:t>School of Interdisciplinary Informatics</a:t>
            </a:r>
          </a:p>
          <a:p>
            <a:r>
              <a:rPr lang="en-US" sz="4800" dirty="0">
                <a:solidFill>
                  <a:schemeClr val="bg1"/>
                </a:solidFill>
              </a:rPr>
              <a:t>University of Nebraska at Omaha</a:t>
            </a:r>
          </a:p>
        </p:txBody>
      </p:sp>
      <p:sp>
        <p:nvSpPr>
          <p:cNvPr id="48" name="TextBox 18">
            <a:extLst>
              <a:ext uri="{FF2B5EF4-FFF2-40B4-BE49-F238E27FC236}">
                <a16:creationId xmlns:a16="http://schemas.microsoft.com/office/drawing/2014/main" id="{1D5790DD-A2C3-EA4A-8914-802E2259A9A2}"/>
              </a:ext>
            </a:extLst>
          </p:cNvPr>
          <p:cNvSpPr txBox="1">
            <a:spLocks noChangeArrowheads="1"/>
          </p:cNvSpPr>
          <p:nvPr/>
        </p:nvSpPr>
        <p:spPr bwMode="auto">
          <a:xfrm>
            <a:off x="32925010" y="22708899"/>
            <a:ext cx="9788298" cy="14773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9900">
                <a:solidFill>
                  <a:schemeClr val="tx1"/>
                </a:solidFill>
                <a:latin typeface="Arial" charset="0"/>
                <a:ea typeface="ＭＳ Ｐゴシック" charset="0"/>
                <a:cs typeface="ＭＳ Ｐゴシック" charset="0"/>
              </a:defRPr>
            </a:lvl1pPr>
            <a:lvl2pPr marL="742950" indent="-285750" eaLnBrk="0" hangingPunct="0">
              <a:defRPr sz="9900">
                <a:solidFill>
                  <a:schemeClr val="tx1"/>
                </a:solidFill>
                <a:latin typeface="Arial" charset="0"/>
                <a:ea typeface="ＭＳ Ｐゴシック" charset="0"/>
              </a:defRPr>
            </a:lvl2pPr>
            <a:lvl3pPr marL="1143000" indent="-228600" eaLnBrk="0" hangingPunct="0">
              <a:defRPr sz="9900">
                <a:solidFill>
                  <a:schemeClr val="tx1"/>
                </a:solidFill>
                <a:latin typeface="Arial" charset="0"/>
                <a:ea typeface="ＭＳ Ｐゴシック" charset="0"/>
              </a:defRPr>
            </a:lvl3pPr>
            <a:lvl4pPr marL="1600200" indent="-228600" eaLnBrk="0" hangingPunct="0">
              <a:defRPr sz="9900">
                <a:solidFill>
                  <a:schemeClr val="tx1"/>
                </a:solidFill>
                <a:latin typeface="Arial" charset="0"/>
                <a:ea typeface="ＭＳ Ｐゴシック" charset="0"/>
              </a:defRPr>
            </a:lvl4pPr>
            <a:lvl5pPr marL="2057400" indent="-228600" eaLnBrk="0" hangingPunct="0">
              <a:defRPr sz="9900">
                <a:solidFill>
                  <a:schemeClr val="tx1"/>
                </a:solidFill>
                <a:latin typeface="Arial" charset="0"/>
                <a:ea typeface="ＭＳ Ｐゴシック" charset="0"/>
              </a:defRPr>
            </a:lvl5pPr>
            <a:lvl6pPr marL="2514600" indent="-228600" defTabSz="2506663" eaLnBrk="0" fontAlgn="base" hangingPunct="0">
              <a:spcBef>
                <a:spcPct val="0"/>
              </a:spcBef>
              <a:spcAft>
                <a:spcPct val="0"/>
              </a:spcAft>
              <a:defRPr sz="9900">
                <a:solidFill>
                  <a:schemeClr val="tx1"/>
                </a:solidFill>
                <a:latin typeface="Arial" charset="0"/>
                <a:ea typeface="ＭＳ Ｐゴシック" charset="0"/>
              </a:defRPr>
            </a:lvl6pPr>
            <a:lvl7pPr marL="2971800" indent="-228600" defTabSz="2506663" eaLnBrk="0" fontAlgn="base" hangingPunct="0">
              <a:spcBef>
                <a:spcPct val="0"/>
              </a:spcBef>
              <a:spcAft>
                <a:spcPct val="0"/>
              </a:spcAft>
              <a:defRPr sz="9900">
                <a:solidFill>
                  <a:schemeClr val="tx1"/>
                </a:solidFill>
                <a:latin typeface="Arial" charset="0"/>
                <a:ea typeface="ＭＳ Ｐゴシック" charset="0"/>
              </a:defRPr>
            </a:lvl7pPr>
            <a:lvl8pPr marL="3429000" indent="-228600" defTabSz="2506663" eaLnBrk="0" fontAlgn="base" hangingPunct="0">
              <a:spcBef>
                <a:spcPct val="0"/>
              </a:spcBef>
              <a:spcAft>
                <a:spcPct val="0"/>
              </a:spcAft>
              <a:defRPr sz="9900">
                <a:solidFill>
                  <a:schemeClr val="tx1"/>
                </a:solidFill>
                <a:latin typeface="Arial" charset="0"/>
                <a:ea typeface="ＭＳ Ｐゴシック" charset="0"/>
              </a:defRPr>
            </a:lvl8pPr>
            <a:lvl9pPr marL="3886200" indent="-228600" defTabSz="2506663" eaLnBrk="0" fontAlgn="base" hangingPunct="0">
              <a:spcBef>
                <a:spcPct val="0"/>
              </a:spcBef>
              <a:spcAft>
                <a:spcPct val="0"/>
              </a:spcAft>
              <a:defRPr sz="9900">
                <a:solidFill>
                  <a:schemeClr val="tx1"/>
                </a:solidFill>
                <a:latin typeface="Arial" charset="0"/>
                <a:ea typeface="ＭＳ Ｐゴシック" charset="0"/>
              </a:defRPr>
            </a:lvl9pPr>
          </a:lstStyle>
          <a:p>
            <a:r>
              <a:rPr lang="en-US" sz="3000" dirty="0"/>
              <a:t>Wang, L., &amp; Cavallaro, A. (2022). Deep learning assisted sound source localization from a flying drone. IEEE Sensors Journal, 22(24), 23706–23718.</a:t>
            </a:r>
          </a:p>
        </p:txBody>
      </p:sp>
      <p:cxnSp>
        <p:nvCxnSpPr>
          <p:cNvPr id="51" name="Straight Connector 50">
            <a:extLst>
              <a:ext uri="{FF2B5EF4-FFF2-40B4-BE49-F238E27FC236}">
                <a16:creationId xmlns:a16="http://schemas.microsoft.com/office/drawing/2014/main" id="{3173B6D4-2192-3646-9EC1-CAE4E6E7B834}"/>
              </a:ext>
            </a:extLst>
          </p:cNvPr>
          <p:cNvCxnSpPr/>
          <p:nvPr/>
        </p:nvCxnSpPr>
        <p:spPr>
          <a:xfrm flipV="1">
            <a:off x="34957570" y="1116017"/>
            <a:ext cx="0" cy="3333266"/>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2" name="Group 51">
            <a:extLst>
              <a:ext uri="{FF2B5EF4-FFF2-40B4-BE49-F238E27FC236}">
                <a16:creationId xmlns:a16="http://schemas.microsoft.com/office/drawing/2014/main" id="{E3641204-320A-CE4B-B3C8-BFD775F039B6}"/>
              </a:ext>
            </a:extLst>
          </p:cNvPr>
          <p:cNvGrpSpPr/>
          <p:nvPr/>
        </p:nvGrpSpPr>
        <p:grpSpPr>
          <a:xfrm>
            <a:off x="32901683" y="21677828"/>
            <a:ext cx="9171439" cy="864882"/>
            <a:chOff x="12055703" y="17504228"/>
            <a:chExt cx="9171439" cy="864882"/>
          </a:xfrm>
        </p:grpSpPr>
        <p:sp>
          <p:nvSpPr>
            <p:cNvPr id="53" name="TextBox 42">
              <a:extLst>
                <a:ext uri="{FF2B5EF4-FFF2-40B4-BE49-F238E27FC236}">
                  <a16:creationId xmlns:a16="http://schemas.microsoft.com/office/drawing/2014/main" id="{B5D69875-6B53-9C4D-B7FE-70410043AA4D}"/>
                </a:ext>
              </a:extLst>
            </p:cNvPr>
            <p:cNvSpPr txBox="1">
              <a:spLocks noChangeArrowheads="1"/>
            </p:cNvSpPr>
            <p:nvPr/>
          </p:nvSpPr>
          <p:spPr bwMode="auto">
            <a:xfrm>
              <a:off x="12055703" y="17584280"/>
              <a:ext cx="9106125" cy="7848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9900">
                  <a:solidFill>
                    <a:schemeClr val="tx1"/>
                  </a:solidFill>
                  <a:latin typeface="Arial" charset="0"/>
                  <a:ea typeface="ＭＳ Ｐゴシック" charset="0"/>
                  <a:cs typeface="ＭＳ Ｐゴシック" charset="0"/>
                </a:defRPr>
              </a:lvl1pPr>
              <a:lvl2pPr marL="742950" indent="-285750" eaLnBrk="0" hangingPunct="0">
                <a:defRPr sz="9900">
                  <a:solidFill>
                    <a:schemeClr val="tx1"/>
                  </a:solidFill>
                  <a:latin typeface="Arial" charset="0"/>
                  <a:ea typeface="ＭＳ Ｐゴシック" charset="0"/>
                </a:defRPr>
              </a:lvl2pPr>
              <a:lvl3pPr marL="1143000" indent="-228600" eaLnBrk="0" hangingPunct="0">
                <a:defRPr sz="9900">
                  <a:solidFill>
                    <a:schemeClr val="tx1"/>
                  </a:solidFill>
                  <a:latin typeface="Arial" charset="0"/>
                  <a:ea typeface="ＭＳ Ｐゴシック" charset="0"/>
                </a:defRPr>
              </a:lvl3pPr>
              <a:lvl4pPr marL="1600200" indent="-228600" eaLnBrk="0" hangingPunct="0">
                <a:defRPr sz="9900">
                  <a:solidFill>
                    <a:schemeClr val="tx1"/>
                  </a:solidFill>
                  <a:latin typeface="Arial" charset="0"/>
                  <a:ea typeface="ＭＳ Ｐゴシック" charset="0"/>
                </a:defRPr>
              </a:lvl4pPr>
              <a:lvl5pPr marL="2057400" indent="-228600" eaLnBrk="0" hangingPunct="0">
                <a:defRPr sz="9900">
                  <a:solidFill>
                    <a:schemeClr val="tx1"/>
                  </a:solidFill>
                  <a:latin typeface="Arial" charset="0"/>
                  <a:ea typeface="ＭＳ Ｐゴシック" charset="0"/>
                </a:defRPr>
              </a:lvl5pPr>
              <a:lvl6pPr marL="2514600" indent="-228600" defTabSz="2506663" eaLnBrk="0" fontAlgn="base" hangingPunct="0">
                <a:spcBef>
                  <a:spcPct val="0"/>
                </a:spcBef>
                <a:spcAft>
                  <a:spcPct val="0"/>
                </a:spcAft>
                <a:defRPr sz="9900">
                  <a:solidFill>
                    <a:schemeClr val="tx1"/>
                  </a:solidFill>
                  <a:latin typeface="Arial" charset="0"/>
                  <a:ea typeface="ＭＳ Ｐゴシック" charset="0"/>
                </a:defRPr>
              </a:lvl6pPr>
              <a:lvl7pPr marL="2971800" indent="-228600" defTabSz="2506663" eaLnBrk="0" fontAlgn="base" hangingPunct="0">
                <a:spcBef>
                  <a:spcPct val="0"/>
                </a:spcBef>
                <a:spcAft>
                  <a:spcPct val="0"/>
                </a:spcAft>
                <a:defRPr sz="9900">
                  <a:solidFill>
                    <a:schemeClr val="tx1"/>
                  </a:solidFill>
                  <a:latin typeface="Arial" charset="0"/>
                  <a:ea typeface="ＭＳ Ｐゴシック" charset="0"/>
                </a:defRPr>
              </a:lvl7pPr>
              <a:lvl8pPr marL="3429000" indent="-228600" defTabSz="2506663" eaLnBrk="0" fontAlgn="base" hangingPunct="0">
                <a:spcBef>
                  <a:spcPct val="0"/>
                </a:spcBef>
                <a:spcAft>
                  <a:spcPct val="0"/>
                </a:spcAft>
                <a:defRPr sz="9900">
                  <a:solidFill>
                    <a:schemeClr val="tx1"/>
                  </a:solidFill>
                  <a:latin typeface="Arial" charset="0"/>
                  <a:ea typeface="ＭＳ Ｐゴシック" charset="0"/>
                </a:defRPr>
              </a:lvl8pPr>
              <a:lvl9pPr marL="3886200" indent="-228600" defTabSz="2506663" eaLnBrk="0" fontAlgn="base" hangingPunct="0">
                <a:spcBef>
                  <a:spcPct val="0"/>
                </a:spcBef>
                <a:spcAft>
                  <a:spcPct val="0"/>
                </a:spcAft>
                <a:defRPr sz="9900">
                  <a:solidFill>
                    <a:schemeClr val="tx1"/>
                  </a:solidFill>
                  <a:latin typeface="Arial" charset="0"/>
                  <a:ea typeface="ＭＳ Ｐゴシック" charset="0"/>
                </a:defRPr>
              </a:lvl9pPr>
            </a:lstStyle>
            <a:p>
              <a:pPr eaLnBrk="1" hangingPunct="1"/>
              <a:r>
                <a:rPr lang="en-US" sz="4500" b="1" dirty="0">
                  <a:solidFill>
                    <a:srgbClr val="D71920"/>
                  </a:solidFill>
                  <a:cs typeface="Arial" charset="0"/>
                </a:rPr>
                <a:t>References</a:t>
              </a:r>
            </a:p>
          </p:txBody>
        </p:sp>
        <p:cxnSp>
          <p:nvCxnSpPr>
            <p:cNvPr id="54" name="Straight Connector 53">
              <a:extLst>
                <a:ext uri="{FF2B5EF4-FFF2-40B4-BE49-F238E27FC236}">
                  <a16:creationId xmlns:a16="http://schemas.microsoft.com/office/drawing/2014/main" id="{3AB05ABD-698E-8E49-9B56-4B74CDADE9D2}"/>
                </a:ext>
              </a:extLst>
            </p:cNvPr>
            <p:cNvCxnSpPr/>
            <p:nvPr/>
          </p:nvCxnSpPr>
          <p:spPr>
            <a:xfrm>
              <a:off x="12121017" y="17504228"/>
              <a:ext cx="9106125" cy="0"/>
            </a:xfrm>
            <a:prstGeom prst="line">
              <a:avLst/>
            </a:prstGeom>
            <a:ln w="63500">
              <a:solidFill>
                <a:schemeClr val="bg2"/>
              </a:solidFill>
            </a:ln>
          </p:spPr>
          <p:style>
            <a:lnRef idx="1">
              <a:schemeClr val="accent1"/>
            </a:lnRef>
            <a:fillRef idx="0">
              <a:schemeClr val="accent1"/>
            </a:fillRef>
            <a:effectRef idx="0">
              <a:schemeClr val="accent1"/>
            </a:effectRef>
            <a:fontRef idx="minor">
              <a:schemeClr val="tx1"/>
            </a:fontRef>
          </p:style>
        </p:cxnSp>
      </p:grpSp>
      <p:pic>
        <p:nvPicPr>
          <p:cNvPr id="11" name="Picture 10" descr="A black and white silhouette of a drone&#10;&#10;AI-generated content may be incorrect.">
            <a:extLst>
              <a:ext uri="{FF2B5EF4-FFF2-40B4-BE49-F238E27FC236}">
                <a16:creationId xmlns:a16="http://schemas.microsoft.com/office/drawing/2014/main" id="{AF048203-6061-54EB-2EC7-BDFC1929E7B2}"/>
              </a:ext>
            </a:extLst>
          </p:cNvPr>
          <p:cNvPicPr>
            <a:picLocks noChangeAspect="1"/>
          </p:cNvPicPr>
          <p:nvPr/>
        </p:nvPicPr>
        <p:blipFill>
          <a:blip r:embed="rId2"/>
          <a:srcRect t="20942" b="22738"/>
          <a:stretch>
            <a:fillRect/>
          </a:stretch>
        </p:blipFill>
        <p:spPr>
          <a:xfrm>
            <a:off x="7095703" y="11318970"/>
            <a:ext cx="1865376" cy="1050585"/>
          </a:xfrm>
          <a:prstGeom prst="rect">
            <a:avLst/>
          </a:prstGeom>
        </p:spPr>
      </p:pic>
      <p:pic>
        <p:nvPicPr>
          <p:cNvPr id="13" name="Picture 12" descr="A silhouette of a person holding an object&#10;&#10;AI-generated content may be incorrect.">
            <a:extLst>
              <a:ext uri="{FF2B5EF4-FFF2-40B4-BE49-F238E27FC236}">
                <a16:creationId xmlns:a16="http://schemas.microsoft.com/office/drawing/2014/main" id="{C487DA5F-E6B3-3247-53CF-4C196519CC7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8497" b="91993" l="21242" r="70425">
                        <a14:foregroundMark x1="40686" y1="8497" x2="40686" y2="8497"/>
                        <a14:foregroundMark x1="33660" y1="91993" x2="33660" y2="91993"/>
                      </a14:backgroundRemoval>
                    </a14:imgEffect>
                  </a14:imgLayer>
                </a14:imgProps>
              </a:ext>
            </a:extLst>
          </a:blip>
          <a:srcRect l="15336" r="23253"/>
          <a:stretch>
            <a:fillRect/>
          </a:stretch>
        </p:blipFill>
        <p:spPr>
          <a:xfrm>
            <a:off x="2604845" y="12763544"/>
            <a:ext cx="1022505" cy="1665008"/>
          </a:xfrm>
          <a:prstGeom prst="rect">
            <a:avLst/>
          </a:prstGeom>
        </p:spPr>
      </p:pic>
      <p:pic>
        <p:nvPicPr>
          <p:cNvPr id="17" name="Picture 16" descr="A sound waveform with black dots&#10;&#10;AI-generated content may be incorrect.">
            <a:extLst>
              <a:ext uri="{FF2B5EF4-FFF2-40B4-BE49-F238E27FC236}">
                <a16:creationId xmlns:a16="http://schemas.microsoft.com/office/drawing/2014/main" id="{25B0A9E3-281C-8CEC-67EA-ADDBC88B3520}"/>
              </a:ext>
            </a:extLst>
          </p:cNvPr>
          <p:cNvPicPr>
            <a:picLocks noChangeAspect="1"/>
          </p:cNvPicPr>
          <p:nvPr/>
        </p:nvPicPr>
        <p:blipFill>
          <a:blip r:embed="rId5"/>
          <a:srcRect t="16417" b="15715"/>
          <a:stretch>
            <a:fillRect/>
          </a:stretch>
        </p:blipFill>
        <p:spPr>
          <a:xfrm rot="21125171">
            <a:off x="3996721" y="11926009"/>
            <a:ext cx="3145881" cy="738625"/>
          </a:xfrm>
          <a:prstGeom prst="rect">
            <a:avLst/>
          </a:prstGeom>
        </p:spPr>
      </p:pic>
      <p:sp>
        <p:nvSpPr>
          <p:cNvPr id="24" name="TextBox 23">
            <a:extLst>
              <a:ext uri="{FF2B5EF4-FFF2-40B4-BE49-F238E27FC236}">
                <a16:creationId xmlns:a16="http://schemas.microsoft.com/office/drawing/2014/main" id="{60402728-FD05-809D-297A-17049A7514A6}"/>
              </a:ext>
            </a:extLst>
          </p:cNvPr>
          <p:cNvSpPr txBox="1"/>
          <p:nvPr/>
        </p:nvSpPr>
        <p:spPr>
          <a:xfrm>
            <a:off x="4213006" y="13343679"/>
            <a:ext cx="6986585" cy="615553"/>
          </a:xfrm>
          <a:prstGeom prst="rect">
            <a:avLst/>
          </a:prstGeom>
          <a:noFill/>
        </p:spPr>
        <p:txBody>
          <a:bodyPr wrap="square" lIns="0" tIns="0" rIns="0" bIns="0" rtlCol="0">
            <a:spAutoFit/>
          </a:bodyPr>
          <a:lstStyle/>
          <a:p>
            <a:pPr algn="ctr"/>
            <a:r>
              <a:rPr lang="en-US" sz="4000" b="1" dirty="0">
                <a:effectLst/>
              </a:rPr>
              <a:t>Detect and Locate Gunshot</a:t>
            </a:r>
          </a:p>
        </p:txBody>
      </p:sp>
      <p:sp>
        <p:nvSpPr>
          <p:cNvPr id="25" name="TextBox 18">
            <a:extLst>
              <a:ext uri="{FF2B5EF4-FFF2-40B4-BE49-F238E27FC236}">
                <a16:creationId xmlns:a16="http://schemas.microsoft.com/office/drawing/2014/main" id="{72E7AD2A-15DF-0F8E-B2C2-D1B7D6A80403}"/>
              </a:ext>
            </a:extLst>
          </p:cNvPr>
          <p:cNvSpPr txBox="1">
            <a:spLocks noChangeArrowheads="1"/>
          </p:cNvSpPr>
          <p:nvPr/>
        </p:nvSpPr>
        <p:spPr bwMode="auto">
          <a:xfrm>
            <a:off x="1605417" y="14707548"/>
            <a:ext cx="9534410" cy="28623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9900">
                <a:solidFill>
                  <a:schemeClr val="tx1"/>
                </a:solidFill>
                <a:latin typeface="Arial" charset="0"/>
                <a:ea typeface="ＭＳ Ｐゴシック" charset="0"/>
                <a:cs typeface="ＭＳ Ｐゴシック" charset="0"/>
              </a:defRPr>
            </a:lvl1pPr>
            <a:lvl2pPr marL="742950" indent="-285750" eaLnBrk="0" hangingPunct="0">
              <a:defRPr sz="9900">
                <a:solidFill>
                  <a:schemeClr val="tx1"/>
                </a:solidFill>
                <a:latin typeface="Arial" charset="0"/>
                <a:ea typeface="ＭＳ Ｐゴシック" charset="0"/>
              </a:defRPr>
            </a:lvl2pPr>
            <a:lvl3pPr marL="1143000" indent="-228600" eaLnBrk="0" hangingPunct="0">
              <a:defRPr sz="9900">
                <a:solidFill>
                  <a:schemeClr val="tx1"/>
                </a:solidFill>
                <a:latin typeface="Arial" charset="0"/>
                <a:ea typeface="ＭＳ Ｐゴシック" charset="0"/>
              </a:defRPr>
            </a:lvl3pPr>
            <a:lvl4pPr marL="1600200" indent="-228600" eaLnBrk="0" hangingPunct="0">
              <a:defRPr sz="9900">
                <a:solidFill>
                  <a:schemeClr val="tx1"/>
                </a:solidFill>
                <a:latin typeface="Arial" charset="0"/>
                <a:ea typeface="ＭＳ Ｐゴシック" charset="0"/>
              </a:defRPr>
            </a:lvl4pPr>
            <a:lvl5pPr marL="2057400" indent="-228600" eaLnBrk="0" hangingPunct="0">
              <a:defRPr sz="9900">
                <a:solidFill>
                  <a:schemeClr val="tx1"/>
                </a:solidFill>
                <a:latin typeface="Arial" charset="0"/>
                <a:ea typeface="ＭＳ Ｐゴシック" charset="0"/>
              </a:defRPr>
            </a:lvl5pPr>
            <a:lvl6pPr marL="2514600" indent="-228600" defTabSz="2506663" eaLnBrk="0" fontAlgn="base" hangingPunct="0">
              <a:spcBef>
                <a:spcPct val="0"/>
              </a:spcBef>
              <a:spcAft>
                <a:spcPct val="0"/>
              </a:spcAft>
              <a:defRPr sz="9900">
                <a:solidFill>
                  <a:schemeClr val="tx1"/>
                </a:solidFill>
                <a:latin typeface="Arial" charset="0"/>
                <a:ea typeface="ＭＳ Ｐゴシック" charset="0"/>
              </a:defRPr>
            </a:lvl6pPr>
            <a:lvl7pPr marL="2971800" indent="-228600" defTabSz="2506663" eaLnBrk="0" fontAlgn="base" hangingPunct="0">
              <a:spcBef>
                <a:spcPct val="0"/>
              </a:spcBef>
              <a:spcAft>
                <a:spcPct val="0"/>
              </a:spcAft>
              <a:defRPr sz="9900">
                <a:solidFill>
                  <a:schemeClr val="tx1"/>
                </a:solidFill>
                <a:latin typeface="Arial" charset="0"/>
                <a:ea typeface="ＭＳ Ｐゴシック" charset="0"/>
              </a:defRPr>
            </a:lvl7pPr>
            <a:lvl8pPr marL="3429000" indent="-228600" defTabSz="2506663" eaLnBrk="0" fontAlgn="base" hangingPunct="0">
              <a:spcBef>
                <a:spcPct val="0"/>
              </a:spcBef>
              <a:spcAft>
                <a:spcPct val="0"/>
              </a:spcAft>
              <a:defRPr sz="9900">
                <a:solidFill>
                  <a:schemeClr val="tx1"/>
                </a:solidFill>
                <a:latin typeface="Arial" charset="0"/>
                <a:ea typeface="ＭＳ Ｐゴシック" charset="0"/>
              </a:defRPr>
            </a:lvl8pPr>
            <a:lvl9pPr marL="3886200" indent="-228600" defTabSz="2506663" eaLnBrk="0" fontAlgn="base" hangingPunct="0">
              <a:spcBef>
                <a:spcPct val="0"/>
              </a:spcBef>
              <a:spcAft>
                <a:spcPct val="0"/>
              </a:spcAft>
              <a:defRPr sz="9900">
                <a:solidFill>
                  <a:schemeClr val="tx1"/>
                </a:solidFill>
                <a:latin typeface="Arial" charset="0"/>
                <a:ea typeface="ＭＳ Ｐゴシック" charset="0"/>
              </a:defRPr>
            </a:lvl9pPr>
          </a:lstStyle>
          <a:p>
            <a:r>
              <a:rPr lang="ja-JP" altLang="en-US" sz="3000" dirty="0"/>
              <a:t>● </a:t>
            </a:r>
            <a:r>
              <a:rPr lang="en-US" altLang="ja-JP" sz="3000" dirty="0"/>
              <a:t>However, one of the major barriers to reliable UAV-	based acoustic monitoring is the strong ego-noise 	produced by propellers and motors.</a:t>
            </a:r>
            <a:endParaRPr lang="en-US" sz="3000" dirty="0"/>
          </a:p>
          <a:p>
            <a:r>
              <a:rPr lang="ja-JP" altLang="en-US" sz="3000" dirty="0"/>
              <a:t>● </a:t>
            </a:r>
            <a:r>
              <a:rPr lang="en-US" sz="3000" dirty="0"/>
              <a:t>Taking into consideration this challenge requires 	noise reduction strategies that can detect weak but 	meaningful signals.</a:t>
            </a:r>
          </a:p>
        </p:txBody>
      </p:sp>
      <p:sp>
        <p:nvSpPr>
          <p:cNvPr id="26" name="TextBox 18">
            <a:extLst>
              <a:ext uri="{FF2B5EF4-FFF2-40B4-BE49-F238E27FC236}">
                <a16:creationId xmlns:a16="http://schemas.microsoft.com/office/drawing/2014/main" id="{F7970872-F539-4EA1-7D37-E012FE97DE61}"/>
              </a:ext>
            </a:extLst>
          </p:cNvPr>
          <p:cNvSpPr txBox="1">
            <a:spLocks noChangeArrowheads="1"/>
          </p:cNvSpPr>
          <p:nvPr/>
        </p:nvSpPr>
        <p:spPr bwMode="auto">
          <a:xfrm>
            <a:off x="1718402" y="22999934"/>
            <a:ext cx="9658467" cy="28623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Ins="0">
            <a:spAutoFit/>
          </a:bodyPr>
          <a:lstStyle>
            <a:lvl1pPr eaLnBrk="0" hangingPunct="0">
              <a:defRPr sz="9900">
                <a:solidFill>
                  <a:schemeClr val="tx1"/>
                </a:solidFill>
                <a:latin typeface="Arial" charset="0"/>
                <a:ea typeface="ＭＳ Ｐゴシック" charset="0"/>
                <a:cs typeface="ＭＳ Ｐゴシック" charset="0"/>
              </a:defRPr>
            </a:lvl1pPr>
            <a:lvl2pPr marL="742950" indent="-285750" eaLnBrk="0" hangingPunct="0">
              <a:defRPr sz="9900">
                <a:solidFill>
                  <a:schemeClr val="tx1"/>
                </a:solidFill>
                <a:latin typeface="Arial" charset="0"/>
                <a:ea typeface="ＭＳ Ｐゴシック" charset="0"/>
              </a:defRPr>
            </a:lvl2pPr>
            <a:lvl3pPr marL="1143000" indent="-228600" eaLnBrk="0" hangingPunct="0">
              <a:defRPr sz="9900">
                <a:solidFill>
                  <a:schemeClr val="tx1"/>
                </a:solidFill>
                <a:latin typeface="Arial" charset="0"/>
                <a:ea typeface="ＭＳ Ｐゴシック" charset="0"/>
              </a:defRPr>
            </a:lvl3pPr>
            <a:lvl4pPr marL="1600200" indent="-228600" eaLnBrk="0" hangingPunct="0">
              <a:defRPr sz="9900">
                <a:solidFill>
                  <a:schemeClr val="tx1"/>
                </a:solidFill>
                <a:latin typeface="Arial" charset="0"/>
                <a:ea typeface="ＭＳ Ｐゴシック" charset="0"/>
              </a:defRPr>
            </a:lvl4pPr>
            <a:lvl5pPr marL="2057400" indent="-228600" eaLnBrk="0" hangingPunct="0">
              <a:defRPr sz="9900">
                <a:solidFill>
                  <a:schemeClr val="tx1"/>
                </a:solidFill>
                <a:latin typeface="Arial" charset="0"/>
                <a:ea typeface="ＭＳ Ｐゴシック" charset="0"/>
              </a:defRPr>
            </a:lvl5pPr>
            <a:lvl6pPr marL="2514600" indent="-228600" defTabSz="2506663" eaLnBrk="0" fontAlgn="base" hangingPunct="0">
              <a:spcBef>
                <a:spcPct val="0"/>
              </a:spcBef>
              <a:spcAft>
                <a:spcPct val="0"/>
              </a:spcAft>
              <a:defRPr sz="9900">
                <a:solidFill>
                  <a:schemeClr val="tx1"/>
                </a:solidFill>
                <a:latin typeface="Arial" charset="0"/>
                <a:ea typeface="ＭＳ Ｐゴシック" charset="0"/>
              </a:defRPr>
            </a:lvl6pPr>
            <a:lvl7pPr marL="2971800" indent="-228600" defTabSz="2506663" eaLnBrk="0" fontAlgn="base" hangingPunct="0">
              <a:spcBef>
                <a:spcPct val="0"/>
              </a:spcBef>
              <a:spcAft>
                <a:spcPct val="0"/>
              </a:spcAft>
              <a:defRPr sz="9900">
                <a:solidFill>
                  <a:schemeClr val="tx1"/>
                </a:solidFill>
                <a:latin typeface="Arial" charset="0"/>
                <a:ea typeface="ＭＳ Ｐゴシック" charset="0"/>
              </a:defRPr>
            </a:lvl7pPr>
            <a:lvl8pPr marL="3429000" indent="-228600" defTabSz="2506663" eaLnBrk="0" fontAlgn="base" hangingPunct="0">
              <a:spcBef>
                <a:spcPct val="0"/>
              </a:spcBef>
              <a:spcAft>
                <a:spcPct val="0"/>
              </a:spcAft>
              <a:defRPr sz="9900">
                <a:solidFill>
                  <a:schemeClr val="tx1"/>
                </a:solidFill>
                <a:latin typeface="Arial" charset="0"/>
                <a:ea typeface="ＭＳ Ｐゴシック" charset="0"/>
              </a:defRPr>
            </a:lvl8pPr>
            <a:lvl9pPr marL="3886200" indent="-228600" defTabSz="2506663" eaLnBrk="0" fontAlgn="base" hangingPunct="0">
              <a:spcBef>
                <a:spcPct val="0"/>
              </a:spcBef>
              <a:spcAft>
                <a:spcPct val="0"/>
              </a:spcAft>
              <a:defRPr sz="9900">
                <a:solidFill>
                  <a:schemeClr val="tx1"/>
                </a:solidFill>
                <a:latin typeface="Arial" charset="0"/>
                <a:ea typeface="ＭＳ Ｐゴシック" charset="0"/>
              </a:defRPr>
            </a:lvl9pPr>
          </a:lstStyle>
          <a:p>
            <a:r>
              <a:rPr lang="ja-JP" altLang="en-US" sz="3000" b="1" dirty="0"/>
              <a:t>⇨ </a:t>
            </a:r>
            <a:r>
              <a:rPr lang="en-US" sz="3000" b="1" dirty="0"/>
              <a:t>Why ego-noise is hard to remove</a:t>
            </a:r>
          </a:p>
          <a:p>
            <a:r>
              <a:rPr lang="en-US" sz="3000" dirty="0"/>
              <a:t>	</a:t>
            </a:r>
            <a:r>
              <a:rPr lang="ja-JP" altLang="en-US" sz="3000" dirty="0"/>
              <a:t>◉ </a:t>
            </a:r>
            <a:r>
              <a:rPr lang="en-US" altLang="ja-JP" sz="3000" dirty="0"/>
              <a:t>	</a:t>
            </a:r>
            <a:r>
              <a:rPr lang="en-US" sz="3000" dirty="0"/>
              <a:t>UAV ego-noise has:</a:t>
            </a:r>
          </a:p>
          <a:p>
            <a:r>
              <a:rPr lang="en-US" sz="3000" dirty="0"/>
              <a:t>			</a:t>
            </a:r>
            <a:r>
              <a:rPr lang="ja-JP" altLang="en-US" sz="3000" dirty="0"/>
              <a:t>゜　</a:t>
            </a:r>
            <a:r>
              <a:rPr lang="en-US" sz="3000" dirty="0"/>
              <a:t>Harmonic narrowband from the propellers.</a:t>
            </a:r>
          </a:p>
          <a:p>
            <a:r>
              <a:rPr lang="en-US" sz="3000" dirty="0"/>
              <a:t>			</a:t>
            </a:r>
            <a:r>
              <a:rPr lang="ja-JP" altLang="en-US" sz="3000" dirty="0"/>
              <a:t>゜</a:t>
            </a:r>
            <a:r>
              <a:rPr lang="en-US" altLang="ja-JP" sz="3000" dirty="0"/>
              <a:t>	</a:t>
            </a:r>
            <a:r>
              <a:rPr lang="en-US" sz="3000" dirty="0"/>
              <a:t>Broadband turbulence components.	</a:t>
            </a:r>
          </a:p>
          <a:p>
            <a:r>
              <a:rPr lang="en-US" altLang="ja-JP" sz="3000" dirty="0"/>
              <a:t>	</a:t>
            </a:r>
            <a:r>
              <a:rPr lang="ja-JP" altLang="en-US" sz="3000" dirty="0"/>
              <a:t>◉ </a:t>
            </a:r>
            <a:r>
              <a:rPr lang="en-US" altLang="ja-JP" sz="3000" dirty="0"/>
              <a:t>	</a:t>
            </a:r>
            <a:r>
              <a:rPr lang="en-US" sz="3000" dirty="0"/>
              <a:t>This mix makes it difficult for traditional filters to 			separate noise from useful signals.</a:t>
            </a:r>
          </a:p>
        </p:txBody>
      </p:sp>
      <p:sp>
        <p:nvSpPr>
          <p:cNvPr id="28" name="TextBox 42">
            <a:extLst>
              <a:ext uri="{FF2B5EF4-FFF2-40B4-BE49-F238E27FC236}">
                <a16:creationId xmlns:a16="http://schemas.microsoft.com/office/drawing/2014/main" id="{B94A3798-C0A5-756A-D772-9AFED96D15B8}"/>
              </a:ext>
            </a:extLst>
          </p:cNvPr>
          <p:cNvSpPr txBox="1">
            <a:spLocks noChangeArrowheads="1"/>
          </p:cNvSpPr>
          <p:nvPr/>
        </p:nvSpPr>
        <p:spPr bwMode="auto">
          <a:xfrm>
            <a:off x="11846251" y="6408280"/>
            <a:ext cx="9106125" cy="7848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9900">
                <a:solidFill>
                  <a:schemeClr val="tx1"/>
                </a:solidFill>
                <a:latin typeface="Arial" charset="0"/>
                <a:ea typeface="ＭＳ Ｐゴシック" charset="0"/>
                <a:cs typeface="ＭＳ Ｐゴシック" charset="0"/>
              </a:defRPr>
            </a:lvl1pPr>
            <a:lvl2pPr marL="742950" indent="-285750" eaLnBrk="0" hangingPunct="0">
              <a:defRPr sz="9900">
                <a:solidFill>
                  <a:schemeClr val="tx1"/>
                </a:solidFill>
                <a:latin typeface="Arial" charset="0"/>
                <a:ea typeface="ＭＳ Ｐゴシック" charset="0"/>
              </a:defRPr>
            </a:lvl2pPr>
            <a:lvl3pPr marL="1143000" indent="-228600" eaLnBrk="0" hangingPunct="0">
              <a:defRPr sz="9900">
                <a:solidFill>
                  <a:schemeClr val="tx1"/>
                </a:solidFill>
                <a:latin typeface="Arial" charset="0"/>
                <a:ea typeface="ＭＳ Ｐゴシック" charset="0"/>
              </a:defRPr>
            </a:lvl3pPr>
            <a:lvl4pPr marL="1600200" indent="-228600" eaLnBrk="0" hangingPunct="0">
              <a:defRPr sz="9900">
                <a:solidFill>
                  <a:schemeClr val="tx1"/>
                </a:solidFill>
                <a:latin typeface="Arial" charset="0"/>
                <a:ea typeface="ＭＳ Ｐゴシック" charset="0"/>
              </a:defRPr>
            </a:lvl4pPr>
            <a:lvl5pPr marL="2057400" indent="-228600" eaLnBrk="0" hangingPunct="0">
              <a:defRPr sz="9900">
                <a:solidFill>
                  <a:schemeClr val="tx1"/>
                </a:solidFill>
                <a:latin typeface="Arial" charset="0"/>
                <a:ea typeface="ＭＳ Ｐゴシック" charset="0"/>
              </a:defRPr>
            </a:lvl5pPr>
            <a:lvl6pPr marL="2514600" indent="-228600" defTabSz="2506663" eaLnBrk="0" fontAlgn="base" hangingPunct="0">
              <a:spcBef>
                <a:spcPct val="0"/>
              </a:spcBef>
              <a:spcAft>
                <a:spcPct val="0"/>
              </a:spcAft>
              <a:defRPr sz="9900">
                <a:solidFill>
                  <a:schemeClr val="tx1"/>
                </a:solidFill>
                <a:latin typeface="Arial" charset="0"/>
                <a:ea typeface="ＭＳ Ｐゴシック" charset="0"/>
              </a:defRPr>
            </a:lvl6pPr>
            <a:lvl7pPr marL="2971800" indent="-228600" defTabSz="2506663" eaLnBrk="0" fontAlgn="base" hangingPunct="0">
              <a:spcBef>
                <a:spcPct val="0"/>
              </a:spcBef>
              <a:spcAft>
                <a:spcPct val="0"/>
              </a:spcAft>
              <a:defRPr sz="9900">
                <a:solidFill>
                  <a:schemeClr val="tx1"/>
                </a:solidFill>
                <a:latin typeface="Arial" charset="0"/>
                <a:ea typeface="ＭＳ Ｐゴシック" charset="0"/>
              </a:defRPr>
            </a:lvl7pPr>
            <a:lvl8pPr marL="3429000" indent="-228600" defTabSz="2506663" eaLnBrk="0" fontAlgn="base" hangingPunct="0">
              <a:spcBef>
                <a:spcPct val="0"/>
              </a:spcBef>
              <a:spcAft>
                <a:spcPct val="0"/>
              </a:spcAft>
              <a:defRPr sz="9900">
                <a:solidFill>
                  <a:schemeClr val="tx1"/>
                </a:solidFill>
                <a:latin typeface="Arial" charset="0"/>
                <a:ea typeface="ＭＳ Ｐゴシック" charset="0"/>
              </a:defRPr>
            </a:lvl8pPr>
            <a:lvl9pPr marL="3886200" indent="-228600" defTabSz="2506663" eaLnBrk="0" fontAlgn="base" hangingPunct="0">
              <a:spcBef>
                <a:spcPct val="0"/>
              </a:spcBef>
              <a:spcAft>
                <a:spcPct val="0"/>
              </a:spcAft>
              <a:defRPr sz="9900">
                <a:solidFill>
                  <a:schemeClr val="tx1"/>
                </a:solidFill>
                <a:latin typeface="Arial" charset="0"/>
                <a:ea typeface="ＭＳ Ｐゴシック" charset="0"/>
              </a:defRPr>
            </a:lvl9pPr>
          </a:lstStyle>
          <a:p>
            <a:pPr eaLnBrk="1" hangingPunct="1"/>
            <a:r>
              <a:rPr lang="en-US" sz="4500" b="1" dirty="0">
                <a:solidFill>
                  <a:srgbClr val="D71920"/>
                </a:solidFill>
                <a:latin typeface="+mj-lt"/>
                <a:cs typeface="Arial" charset="0"/>
              </a:rPr>
              <a:t>Motivation (cont.)</a:t>
            </a:r>
          </a:p>
        </p:txBody>
      </p:sp>
      <p:sp>
        <p:nvSpPr>
          <p:cNvPr id="50" name="Rectangle: Rounded Corners 49">
            <a:extLst>
              <a:ext uri="{FF2B5EF4-FFF2-40B4-BE49-F238E27FC236}">
                <a16:creationId xmlns:a16="http://schemas.microsoft.com/office/drawing/2014/main" id="{4148E66F-687D-01BB-2467-360391C9791C}"/>
              </a:ext>
            </a:extLst>
          </p:cNvPr>
          <p:cNvSpPr/>
          <p:nvPr/>
        </p:nvSpPr>
        <p:spPr>
          <a:xfrm>
            <a:off x="11830337" y="17819051"/>
            <a:ext cx="9768598" cy="2029748"/>
          </a:xfrm>
          <a:prstGeom prst="round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ja-JP" altLang="en-US" sz="3000" b="1" dirty="0">
                <a:solidFill>
                  <a:schemeClr val="tx1"/>
                </a:solidFill>
              </a:rPr>
              <a:t>⇨ </a:t>
            </a:r>
            <a:r>
              <a:rPr lang="en-US" altLang="ja-JP" sz="3000" dirty="0">
                <a:solidFill>
                  <a:schemeClr val="tx1"/>
                </a:solidFill>
              </a:rPr>
              <a:t>Gather a </a:t>
            </a:r>
            <a:r>
              <a:rPr lang="en-US" altLang="ja-JP" sz="3000" b="1" dirty="0">
                <a:solidFill>
                  <a:schemeClr val="tx1"/>
                </a:solidFill>
              </a:rPr>
              <a:t>diverse set of gunshot</a:t>
            </a:r>
            <a:r>
              <a:rPr lang="en-US" altLang="ja-JP" sz="3000" dirty="0">
                <a:solidFill>
                  <a:schemeClr val="tx1"/>
                </a:solidFill>
              </a:rPr>
              <a:t> recordings representing multiple firearm types, calibers and recording distances to ensure broad coverage of real-world scenarios.</a:t>
            </a:r>
            <a:endParaRPr lang="en-US" sz="3000" dirty="0">
              <a:solidFill>
                <a:schemeClr val="tx1"/>
              </a:solidFill>
            </a:endParaRPr>
          </a:p>
        </p:txBody>
      </p:sp>
      <p:sp>
        <p:nvSpPr>
          <p:cNvPr id="55" name="TextBox 18">
            <a:extLst>
              <a:ext uri="{FF2B5EF4-FFF2-40B4-BE49-F238E27FC236}">
                <a16:creationId xmlns:a16="http://schemas.microsoft.com/office/drawing/2014/main" id="{5BD46B49-39D7-CE73-3820-D955A581C93A}"/>
              </a:ext>
            </a:extLst>
          </p:cNvPr>
          <p:cNvSpPr txBox="1">
            <a:spLocks noChangeArrowheads="1"/>
          </p:cNvSpPr>
          <p:nvPr/>
        </p:nvSpPr>
        <p:spPr bwMode="auto">
          <a:xfrm>
            <a:off x="11813311" y="17069845"/>
            <a:ext cx="9872202" cy="49244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sz="9900">
                <a:solidFill>
                  <a:schemeClr val="tx1"/>
                </a:solidFill>
                <a:latin typeface="Arial" charset="0"/>
                <a:ea typeface="ＭＳ Ｐゴシック" charset="0"/>
                <a:cs typeface="ＭＳ Ｐゴシック" charset="0"/>
              </a:defRPr>
            </a:lvl1pPr>
            <a:lvl2pPr marL="742950" indent="-285750" eaLnBrk="0" hangingPunct="0">
              <a:defRPr sz="9900">
                <a:solidFill>
                  <a:schemeClr val="tx1"/>
                </a:solidFill>
                <a:latin typeface="Arial" charset="0"/>
                <a:ea typeface="ＭＳ Ｐゴシック" charset="0"/>
              </a:defRPr>
            </a:lvl2pPr>
            <a:lvl3pPr marL="1143000" indent="-228600" eaLnBrk="0" hangingPunct="0">
              <a:defRPr sz="9900">
                <a:solidFill>
                  <a:schemeClr val="tx1"/>
                </a:solidFill>
                <a:latin typeface="Arial" charset="0"/>
                <a:ea typeface="ＭＳ Ｐゴシック" charset="0"/>
              </a:defRPr>
            </a:lvl3pPr>
            <a:lvl4pPr marL="1600200" indent="-228600" eaLnBrk="0" hangingPunct="0">
              <a:defRPr sz="9900">
                <a:solidFill>
                  <a:schemeClr val="tx1"/>
                </a:solidFill>
                <a:latin typeface="Arial" charset="0"/>
                <a:ea typeface="ＭＳ Ｐゴシック" charset="0"/>
              </a:defRPr>
            </a:lvl4pPr>
            <a:lvl5pPr marL="2057400" indent="-228600" eaLnBrk="0" hangingPunct="0">
              <a:defRPr sz="9900">
                <a:solidFill>
                  <a:schemeClr val="tx1"/>
                </a:solidFill>
                <a:latin typeface="Arial" charset="0"/>
                <a:ea typeface="ＭＳ Ｐゴシック" charset="0"/>
              </a:defRPr>
            </a:lvl5pPr>
            <a:lvl6pPr marL="2514600" indent="-228600" defTabSz="2506663" eaLnBrk="0" fontAlgn="base" hangingPunct="0">
              <a:spcBef>
                <a:spcPct val="0"/>
              </a:spcBef>
              <a:spcAft>
                <a:spcPct val="0"/>
              </a:spcAft>
              <a:defRPr sz="9900">
                <a:solidFill>
                  <a:schemeClr val="tx1"/>
                </a:solidFill>
                <a:latin typeface="Arial" charset="0"/>
                <a:ea typeface="ＭＳ Ｐゴシック" charset="0"/>
              </a:defRPr>
            </a:lvl6pPr>
            <a:lvl7pPr marL="2971800" indent="-228600" defTabSz="2506663" eaLnBrk="0" fontAlgn="base" hangingPunct="0">
              <a:spcBef>
                <a:spcPct val="0"/>
              </a:spcBef>
              <a:spcAft>
                <a:spcPct val="0"/>
              </a:spcAft>
              <a:defRPr sz="9900">
                <a:solidFill>
                  <a:schemeClr val="tx1"/>
                </a:solidFill>
                <a:latin typeface="Arial" charset="0"/>
                <a:ea typeface="ＭＳ Ｐゴシック" charset="0"/>
              </a:defRPr>
            </a:lvl7pPr>
            <a:lvl8pPr marL="3429000" indent="-228600" defTabSz="2506663" eaLnBrk="0" fontAlgn="base" hangingPunct="0">
              <a:spcBef>
                <a:spcPct val="0"/>
              </a:spcBef>
              <a:spcAft>
                <a:spcPct val="0"/>
              </a:spcAft>
              <a:defRPr sz="9900">
                <a:solidFill>
                  <a:schemeClr val="tx1"/>
                </a:solidFill>
                <a:latin typeface="Arial" charset="0"/>
                <a:ea typeface="ＭＳ Ｐゴシック" charset="0"/>
              </a:defRPr>
            </a:lvl8pPr>
            <a:lvl9pPr marL="3886200" indent="-228600" defTabSz="2506663" eaLnBrk="0" fontAlgn="base" hangingPunct="0">
              <a:spcBef>
                <a:spcPct val="0"/>
              </a:spcBef>
              <a:spcAft>
                <a:spcPct val="0"/>
              </a:spcAft>
              <a:defRPr sz="9900">
                <a:solidFill>
                  <a:schemeClr val="tx1"/>
                </a:solidFill>
                <a:latin typeface="Arial" charset="0"/>
                <a:ea typeface="ＭＳ Ｐゴシック" charset="0"/>
              </a:defRPr>
            </a:lvl9pPr>
          </a:lstStyle>
          <a:p>
            <a:r>
              <a:rPr lang="en-US" altLang="ja-JP" sz="3200" b="1" dirty="0"/>
              <a:t>Phase 1</a:t>
            </a:r>
            <a:r>
              <a:rPr lang="ja-JP" altLang="en-US" sz="3200" b="1" dirty="0"/>
              <a:t> </a:t>
            </a:r>
            <a:r>
              <a:rPr lang="en-US" altLang="ja-JP" sz="3200" b="1" dirty="0"/>
              <a:t>- </a:t>
            </a:r>
            <a:r>
              <a:rPr lang="en-US" sz="3200" b="1" dirty="0"/>
              <a:t>Data collection and model development</a:t>
            </a:r>
          </a:p>
        </p:txBody>
      </p:sp>
      <p:sp>
        <p:nvSpPr>
          <p:cNvPr id="58" name="Rectangle: Rounded Corners 57">
            <a:extLst>
              <a:ext uri="{FF2B5EF4-FFF2-40B4-BE49-F238E27FC236}">
                <a16:creationId xmlns:a16="http://schemas.microsoft.com/office/drawing/2014/main" id="{3A00A8B9-AAB9-FB3B-CF58-A300E403C8C2}"/>
              </a:ext>
            </a:extLst>
          </p:cNvPr>
          <p:cNvSpPr/>
          <p:nvPr/>
        </p:nvSpPr>
        <p:spPr>
          <a:xfrm>
            <a:off x="11820093" y="22776519"/>
            <a:ext cx="9789087" cy="2220448"/>
          </a:xfrm>
          <a:prstGeom prst="round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ja-JP" altLang="en-US" sz="3200" dirty="0">
                <a:solidFill>
                  <a:schemeClr val="tx1"/>
                </a:solidFill>
              </a:rPr>
              <a:t>⇨ </a:t>
            </a:r>
            <a:r>
              <a:rPr lang="en-US" altLang="ja-JP" sz="3200" dirty="0">
                <a:solidFill>
                  <a:schemeClr val="tx1"/>
                </a:solidFill>
              </a:rPr>
              <a:t>Develop a baseline </a:t>
            </a:r>
            <a:r>
              <a:rPr lang="en-US" altLang="ja-JP" sz="3200" b="1" dirty="0">
                <a:solidFill>
                  <a:schemeClr val="tx1"/>
                </a:solidFill>
              </a:rPr>
              <a:t>deep learning model</a:t>
            </a:r>
            <a:r>
              <a:rPr lang="en-US" altLang="ja-JP" sz="3200" dirty="0">
                <a:solidFill>
                  <a:schemeClr val="tx1"/>
                </a:solidFill>
              </a:rPr>
              <a:t> capable of distinguishing gunshot audio from UAV ego-noise. This includes feature extraction, model selection, hyperparameter tuning, and initial evaluation.</a:t>
            </a:r>
            <a:endParaRPr lang="en-US" sz="3200" dirty="0">
              <a:solidFill>
                <a:schemeClr val="tx1"/>
              </a:solidFill>
            </a:endParaRPr>
          </a:p>
        </p:txBody>
      </p:sp>
      <p:sp>
        <p:nvSpPr>
          <p:cNvPr id="62" name="Rectangle: Rounded Corners 61">
            <a:extLst>
              <a:ext uri="{FF2B5EF4-FFF2-40B4-BE49-F238E27FC236}">
                <a16:creationId xmlns:a16="http://schemas.microsoft.com/office/drawing/2014/main" id="{986D3844-F1FC-CB13-5D58-A54771011D65}"/>
              </a:ext>
            </a:extLst>
          </p:cNvPr>
          <p:cNvSpPr/>
          <p:nvPr/>
        </p:nvSpPr>
        <p:spPr>
          <a:xfrm>
            <a:off x="11829698" y="20297785"/>
            <a:ext cx="9769876" cy="2029748"/>
          </a:xfrm>
          <a:prstGeom prst="round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ja-JP" altLang="en-US" sz="3000" dirty="0">
                <a:solidFill>
                  <a:schemeClr val="tx1"/>
                </a:solidFill>
              </a:rPr>
              <a:t>⇨ </a:t>
            </a:r>
            <a:r>
              <a:rPr lang="en-US" altLang="ja-JP" sz="3000" dirty="0">
                <a:solidFill>
                  <a:schemeClr val="tx1"/>
                </a:solidFill>
              </a:rPr>
              <a:t>Acquire </a:t>
            </a:r>
            <a:r>
              <a:rPr lang="en-US" altLang="ja-JP" sz="3000" b="1" dirty="0">
                <a:solidFill>
                  <a:schemeClr val="tx1"/>
                </a:solidFill>
              </a:rPr>
              <a:t>drone noise data</a:t>
            </a:r>
            <a:r>
              <a:rPr lang="en-US" altLang="ja-JP" sz="3000" dirty="0">
                <a:solidFill>
                  <a:schemeClr val="tx1"/>
                </a:solidFill>
              </a:rPr>
              <a:t> across a range of propeller speeds. This allows the model to learn how UAV acoustic signatures vary with flight conditions and improves robustness in low-SNR environments.</a:t>
            </a:r>
            <a:endParaRPr lang="en-US" sz="3000" dirty="0">
              <a:solidFill>
                <a:schemeClr val="tx1"/>
              </a:solidFill>
            </a:endParaRPr>
          </a:p>
        </p:txBody>
      </p:sp>
      <p:sp>
        <p:nvSpPr>
          <p:cNvPr id="64" name="Rectangle: Rounded Corners 63">
            <a:extLst>
              <a:ext uri="{FF2B5EF4-FFF2-40B4-BE49-F238E27FC236}">
                <a16:creationId xmlns:a16="http://schemas.microsoft.com/office/drawing/2014/main" id="{EC222DB9-3FAB-6CFA-AD71-75E49863658D}"/>
              </a:ext>
            </a:extLst>
          </p:cNvPr>
          <p:cNvSpPr/>
          <p:nvPr/>
        </p:nvSpPr>
        <p:spPr>
          <a:xfrm>
            <a:off x="11811192" y="25445953"/>
            <a:ext cx="9806888" cy="2239378"/>
          </a:xfrm>
          <a:prstGeom prst="round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ja-JP" altLang="en-US" sz="3200" dirty="0">
                <a:solidFill>
                  <a:schemeClr val="tx1"/>
                </a:solidFill>
              </a:rPr>
              <a:t>⇨ </a:t>
            </a:r>
            <a:r>
              <a:rPr lang="en-US" altLang="ja-JP" sz="3200" b="1" dirty="0">
                <a:solidFill>
                  <a:schemeClr val="tx1"/>
                </a:solidFill>
              </a:rPr>
              <a:t>Combine and Preprocess Datasets</a:t>
            </a:r>
            <a:r>
              <a:rPr lang="en-US" altLang="ja-JP" sz="3200" dirty="0">
                <a:solidFill>
                  <a:schemeClr val="tx1"/>
                </a:solidFill>
              </a:rPr>
              <a:t> integrate the gunshot and drone noise datasets, apply noise augmentation, and prepare training data to simulate realistic in-flight acoustic conditions.</a:t>
            </a:r>
            <a:endParaRPr lang="en-US" sz="3200" dirty="0">
              <a:solidFill>
                <a:schemeClr val="tx1"/>
              </a:solidFill>
            </a:endParaRPr>
          </a:p>
        </p:txBody>
      </p:sp>
      <p:sp>
        <p:nvSpPr>
          <p:cNvPr id="66" name="Rectangle: Rounded Corners 65">
            <a:extLst>
              <a:ext uri="{FF2B5EF4-FFF2-40B4-BE49-F238E27FC236}">
                <a16:creationId xmlns:a16="http://schemas.microsoft.com/office/drawing/2014/main" id="{B8BE1F1C-7F36-8C10-A2C6-39EE9EB511E3}"/>
              </a:ext>
            </a:extLst>
          </p:cNvPr>
          <p:cNvSpPr/>
          <p:nvPr/>
        </p:nvSpPr>
        <p:spPr>
          <a:xfrm>
            <a:off x="11780820" y="28134315"/>
            <a:ext cx="9867632" cy="2239379"/>
          </a:xfrm>
          <a:prstGeom prst="round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ja-JP" altLang="en-US" sz="3200" dirty="0">
                <a:solidFill>
                  <a:schemeClr val="tx1"/>
                </a:solidFill>
              </a:rPr>
              <a:t>⇨ </a:t>
            </a:r>
            <a:r>
              <a:rPr lang="en-US" altLang="ja-JP" sz="3200" b="1" dirty="0">
                <a:solidFill>
                  <a:schemeClr val="tx1"/>
                </a:solidFill>
              </a:rPr>
              <a:t>Train and Validate</a:t>
            </a:r>
            <a:r>
              <a:rPr lang="en-US" altLang="ja-JP" sz="3200" dirty="0">
                <a:solidFill>
                  <a:schemeClr val="tx1"/>
                </a:solidFill>
              </a:rPr>
              <a:t> the Model train the CNN-based model using the combined dataset and conduct controlled validation to measure accuracy, recall, and robustness under low-SNR conditions.</a:t>
            </a:r>
            <a:endParaRPr lang="en-US" sz="3200" dirty="0">
              <a:solidFill>
                <a:schemeClr val="tx1"/>
              </a:solidFill>
            </a:endParaRPr>
          </a:p>
        </p:txBody>
      </p:sp>
      <p:sp>
        <p:nvSpPr>
          <p:cNvPr id="69" name="TextBox 18">
            <a:extLst>
              <a:ext uri="{FF2B5EF4-FFF2-40B4-BE49-F238E27FC236}">
                <a16:creationId xmlns:a16="http://schemas.microsoft.com/office/drawing/2014/main" id="{2144BAA7-AA74-3ADE-43B2-693CFE9B33CF}"/>
              </a:ext>
            </a:extLst>
          </p:cNvPr>
          <p:cNvSpPr txBox="1">
            <a:spLocks noChangeArrowheads="1"/>
          </p:cNvSpPr>
          <p:nvPr/>
        </p:nvSpPr>
        <p:spPr bwMode="auto">
          <a:xfrm>
            <a:off x="22229022" y="7240626"/>
            <a:ext cx="10168677" cy="5847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9900">
                <a:solidFill>
                  <a:schemeClr val="tx1"/>
                </a:solidFill>
                <a:latin typeface="Arial" charset="0"/>
                <a:ea typeface="ＭＳ Ｐゴシック" charset="0"/>
                <a:cs typeface="ＭＳ Ｐゴシック" charset="0"/>
              </a:defRPr>
            </a:lvl1pPr>
            <a:lvl2pPr marL="742950" indent="-285750" eaLnBrk="0" hangingPunct="0">
              <a:defRPr sz="9900">
                <a:solidFill>
                  <a:schemeClr val="tx1"/>
                </a:solidFill>
                <a:latin typeface="Arial" charset="0"/>
                <a:ea typeface="ＭＳ Ｐゴシック" charset="0"/>
              </a:defRPr>
            </a:lvl2pPr>
            <a:lvl3pPr marL="1143000" indent="-228600" eaLnBrk="0" hangingPunct="0">
              <a:defRPr sz="9900">
                <a:solidFill>
                  <a:schemeClr val="tx1"/>
                </a:solidFill>
                <a:latin typeface="Arial" charset="0"/>
                <a:ea typeface="ＭＳ Ｐゴシック" charset="0"/>
              </a:defRPr>
            </a:lvl3pPr>
            <a:lvl4pPr marL="1600200" indent="-228600" eaLnBrk="0" hangingPunct="0">
              <a:defRPr sz="9900">
                <a:solidFill>
                  <a:schemeClr val="tx1"/>
                </a:solidFill>
                <a:latin typeface="Arial" charset="0"/>
                <a:ea typeface="ＭＳ Ｐゴシック" charset="0"/>
              </a:defRPr>
            </a:lvl4pPr>
            <a:lvl5pPr marL="2057400" indent="-228600" eaLnBrk="0" hangingPunct="0">
              <a:defRPr sz="9900">
                <a:solidFill>
                  <a:schemeClr val="tx1"/>
                </a:solidFill>
                <a:latin typeface="Arial" charset="0"/>
                <a:ea typeface="ＭＳ Ｐゴシック" charset="0"/>
              </a:defRPr>
            </a:lvl5pPr>
            <a:lvl6pPr marL="2514600" indent="-228600" defTabSz="2506663" eaLnBrk="0" fontAlgn="base" hangingPunct="0">
              <a:spcBef>
                <a:spcPct val="0"/>
              </a:spcBef>
              <a:spcAft>
                <a:spcPct val="0"/>
              </a:spcAft>
              <a:defRPr sz="9900">
                <a:solidFill>
                  <a:schemeClr val="tx1"/>
                </a:solidFill>
                <a:latin typeface="Arial" charset="0"/>
                <a:ea typeface="ＭＳ Ｐゴシック" charset="0"/>
              </a:defRPr>
            </a:lvl6pPr>
            <a:lvl7pPr marL="2971800" indent="-228600" defTabSz="2506663" eaLnBrk="0" fontAlgn="base" hangingPunct="0">
              <a:spcBef>
                <a:spcPct val="0"/>
              </a:spcBef>
              <a:spcAft>
                <a:spcPct val="0"/>
              </a:spcAft>
              <a:defRPr sz="9900">
                <a:solidFill>
                  <a:schemeClr val="tx1"/>
                </a:solidFill>
                <a:latin typeface="Arial" charset="0"/>
                <a:ea typeface="ＭＳ Ｐゴシック" charset="0"/>
              </a:defRPr>
            </a:lvl7pPr>
            <a:lvl8pPr marL="3429000" indent="-228600" defTabSz="2506663" eaLnBrk="0" fontAlgn="base" hangingPunct="0">
              <a:spcBef>
                <a:spcPct val="0"/>
              </a:spcBef>
              <a:spcAft>
                <a:spcPct val="0"/>
              </a:spcAft>
              <a:defRPr sz="9900">
                <a:solidFill>
                  <a:schemeClr val="tx1"/>
                </a:solidFill>
                <a:latin typeface="Arial" charset="0"/>
                <a:ea typeface="ＭＳ Ｐゴシック" charset="0"/>
              </a:defRPr>
            </a:lvl8pPr>
            <a:lvl9pPr marL="3886200" indent="-228600" defTabSz="2506663" eaLnBrk="0" fontAlgn="base" hangingPunct="0">
              <a:spcBef>
                <a:spcPct val="0"/>
              </a:spcBef>
              <a:spcAft>
                <a:spcPct val="0"/>
              </a:spcAft>
              <a:defRPr sz="9900">
                <a:solidFill>
                  <a:schemeClr val="tx1"/>
                </a:solidFill>
                <a:latin typeface="Arial" charset="0"/>
                <a:ea typeface="ＭＳ Ｐゴシック" charset="0"/>
              </a:defRPr>
            </a:lvl9pPr>
          </a:lstStyle>
          <a:p>
            <a:r>
              <a:rPr lang="en-US" altLang="ja-JP" sz="3200" b="1" dirty="0"/>
              <a:t>Phase 2</a:t>
            </a:r>
            <a:r>
              <a:rPr lang="ja-JP" altLang="en-US" sz="3200" b="1" dirty="0"/>
              <a:t> </a:t>
            </a:r>
            <a:r>
              <a:rPr lang="en-US" altLang="ja-JP" sz="3200" b="1" dirty="0"/>
              <a:t>-</a:t>
            </a:r>
            <a:r>
              <a:rPr lang="ja-JP" altLang="en-US" sz="3200" b="1" dirty="0"/>
              <a:t> </a:t>
            </a:r>
            <a:r>
              <a:rPr lang="en-US" altLang="ja-JP" sz="3200" b="1" dirty="0"/>
              <a:t>System Integration &amp; Real-World Testing</a:t>
            </a:r>
            <a:endParaRPr lang="en-US" sz="3200" b="1" dirty="0"/>
          </a:p>
        </p:txBody>
      </p:sp>
      <p:sp>
        <p:nvSpPr>
          <p:cNvPr id="70" name="Rectangle: Rounded Corners 69">
            <a:extLst>
              <a:ext uri="{FF2B5EF4-FFF2-40B4-BE49-F238E27FC236}">
                <a16:creationId xmlns:a16="http://schemas.microsoft.com/office/drawing/2014/main" id="{D10AB159-6603-4FC5-129D-635672DE5F71}"/>
              </a:ext>
            </a:extLst>
          </p:cNvPr>
          <p:cNvSpPr/>
          <p:nvPr/>
        </p:nvSpPr>
        <p:spPr>
          <a:xfrm>
            <a:off x="22286901" y="7916681"/>
            <a:ext cx="9827195" cy="2115211"/>
          </a:xfrm>
          <a:prstGeom prst="round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ja-JP" altLang="en-US" sz="3000" dirty="0">
                <a:solidFill>
                  <a:schemeClr val="tx1"/>
                </a:solidFill>
              </a:rPr>
              <a:t>⇨ </a:t>
            </a:r>
            <a:r>
              <a:rPr lang="en-US" altLang="ja-JP" sz="3000" b="1" dirty="0">
                <a:solidFill>
                  <a:schemeClr val="tx1"/>
                </a:solidFill>
              </a:rPr>
              <a:t>Build the UAV Acoustic Testbed:</a:t>
            </a:r>
            <a:r>
              <a:rPr lang="en-US" altLang="ja-JP" sz="3000" dirty="0">
                <a:solidFill>
                  <a:schemeClr val="tx1"/>
                </a:solidFill>
              </a:rPr>
              <a:t> </a:t>
            </a:r>
            <a:r>
              <a:rPr lang="en-US" sz="3000" dirty="0">
                <a:solidFill>
                  <a:schemeClr val="tx1"/>
                </a:solidFill>
              </a:rPr>
              <a:t>Build a real-world UAV audio testbed equipped with a microphone array and an NVIDIA Jetson Nano to support real-time data capture and on-board processing.</a:t>
            </a:r>
          </a:p>
        </p:txBody>
      </p:sp>
      <p:sp>
        <p:nvSpPr>
          <p:cNvPr id="71" name="Rectangle: Rounded Corners 70">
            <a:extLst>
              <a:ext uri="{FF2B5EF4-FFF2-40B4-BE49-F238E27FC236}">
                <a16:creationId xmlns:a16="http://schemas.microsoft.com/office/drawing/2014/main" id="{EF67DEC1-1351-4E10-F9C0-EE1713F7E7F1}"/>
              </a:ext>
            </a:extLst>
          </p:cNvPr>
          <p:cNvSpPr/>
          <p:nvPr/>
        </p:nvSpPr>
        <p:spPr>
          <a:xfrm>
            <a:off x="22286901" y="10196378"/>
            <a:ext cx="9827195" cy="1987805"/>
          </a:xfrm>
          <a:prstGeom prst="round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ja-JP" altLang="en-US" sz="3000" dirty="0">
                <a:solidFill>
                  <a:schemeClr val="tx1"/>
                </a:solidFill>
              </a:rPr>
              <a:t>⇨ </a:t>
            </a:r>
            <a:r>
              <a:rPr lang="en-US" altLang="ja-JP" sz="3000" b="1" dirty="0">
                <a:solidFill>
                  <a:schemeClr val="tx1"/>
                </a:solidFill>
              </a:rPr>
              <a:t>Deploy the Pre-trained AI Model: </a:t>
            </a:r>
            <a:r>
              <a:rPr lang="en-US" altLang="ja-JP" sz="3000" dirty="0">
                <a:solidFill>
                  <a:schemeClr val="tx1"/>
                </a:solidFill>
              </a:rPr>
              <a:t>Deploy the pre-trained DL model onto the UAV testbed and verify that it operates efficiently under real-world drone noise and hardware constraints.</a:t>
            </a:r>
            <a:endParaRPr lang="en-US" sz="3000" dirty="0">
              <a:solidFill>
                <a:schemeClr val="tx1"/>
              </a:solidFill>
            </a:endParaRPr>
          </a:p>
        </p:txBody>
      </p:sp>
      <p:sp>
        <p:nvSpPr>
          <p:cNvPr id="74" name="Rectangle: Rounded Corners 73">
            <a:extLst>
              <a:ext uri="{FF2B5EF4-FFF2-40B4-BE49-F238E27FC236}">
                <a16:creationId xmlns:a16="http://schemas.microsoft.com/office/drawing/2014/main" id="{9A7C98A4-EC11-6A61-3933-2F7D57C9B509}"/>
              </a:ext>
            </a:extLst>
          </p:cNvPr>
          <p:cNvSpPr/>
          <p:nvPr/>
        </p:nvSpPr>
        <p:spPr>
          <a:xfrm>
            <a:off x="22286901" y="12348668"/>
            <a:ext cx="9827195" cy="2517561"/>
          </a:xfrm>
          <a:prstGeom prst="round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ja-JP" altLang="en-US" sz="3000" dirty="0">
                <a:solidFill>
                  <a:schemeClr val="tx1"/>
                </a:solidFill>
              </a:rPr>
              <a:t>⇨ </a:t>
            </a:r>
            <a:r>
              <a:rPr lang="en-US" altLang="ja-JP" sz="3000" b="1" dirty="0">
                <a:solidFill>
                  <a:schemeClr val="tx1"/>
                </a:solidFill>
              </a:rPr>
              <a:t>Controlled Environment Evaluation: </a:t>
            </a:r>
            <a:r>
              <a:rPr lang="en-US" altLang="ja-JP" sz="3000" dirty="0">
                <a:solidFill>
                  <a:schemeClr val="tx1"/>
                </a:solidFill>
              </a:rPr>
              <a:t>Evaluate system performance in a controlled environment by playing gunshot audio through a speaker at varying distances and angles to measure robustness and classification accuracy.</a:t>
            </a:r>
            <a:endParaRPr lang="en-US" sz="3000" dirty="0">
              <a:solidFill>
                <a:schemeClr val="tx1"/>
              </a:solidFill>
            </a:endParaRPr>
          </a:p>
        </p:txBody>
      </p:sp>
      <p:grpSp>
        <p:nvGrpSpPr>
          <p:cNvPr id="77" name="Group 76">
            <a:extLst>
              <a:ext uri="{FF2B5EF4-FFF2-40B4-BE49-F238E27FC236}">
                <a16:creationId xmlns:a16="http://schemas.microsoft.com/office/drawing/2014/main" id="{5B3A3342-9100-BF80-954F-A1E3E9174C1E}"/>
              </a:ext>
            </a:extLst>
          </p:cNvPr>
          <p:cNvGrpSpPr/>
          <p:nvPr/>
        </p:nvGrpSpPr>
        <p:grpSpPr>
          <a:xfrm>
            <a:off x="22289289" y="15085337"/>
            <a:ext cx="9171439" cy="784830"/>
            <a:chOff x="12055703" y="17476330"/>
            <a:chExt cx="9171439" cy="784830"/>
          </a:xfrm>
        </p:grpSpPr>
        <p:sp>
          <p:nvSpPr>
            <p:cNvPr id="78" name="TextBox 42">
              <a:extLst>
                <a:ext uri="{FF2B5EF4-FFF2-40B4-BE49-F238E27FC236}">
                  <a16:creationId xmlns:a16="http://schemas.microsoft.com/office/drawing/2014/main" id="{D432F294-5E3F-4BEF-3FFE-57669DE9D4BC}"/>
                </a:ext>
              </a:extLst>
            </p:cNvPr>
            <p:cNvSpPr txBox="1">
              <a:spLocks noChangeArrowheads="1"/>
            </p:cNvSpPr>
            <p:nvPr/>
          </p:nvSpPr>
          <p:spPr bwMode="auto">
            <a:xfrm>
              <a:off x="12055703" y="17476330"/>
              <a:ext cx="9106125" cy="7848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9900">
                  <a:solidFill>
                    <a:schemeClr val="tx1"/>
                  </a:solidFill>
                  <a:latin typeface="Arial" charset="0"/>
                  <a:ea typeface="ＭＳ Ｐゴシック" charset="0"/>
                  <a:cs typeface="ＭＳ Ｐゴシック" charset="0"/>
                </a:defRPr>
              </a:lvl1pPr>
              <a:lvl2pPr marL="742950" indent="-285750" eaLnBrk="0" hangingPunct="0">
                <a:defRPr sz="9900">
                  <a:solidFill>
                    <a:schemeClr val="tx1"/>
                  </a:solidFill>
                  <a:latin typeface="Arial" charset="0"/>
                  <a:ea typeface="ＭＳ Ｐゴシック" charset="0"/>
                </a:defRPr>
              </a:lvl2pPr>
              <a:lvl3pPr marL="1143000" indent="-228600" eaLnBrk="0" hangingPunct="0">
                <a:defRPr sz="9900">
                  <a:solidFill>
                    <a:schemeClr val="tx1"/>
                  </a:solidFill>
                  <a:latin typeface="Arial" charset="0"/>
                  <a:ea typeface="ＭＳ Ｐゴシック" charset="0"/>
                </a:defRPr>
              </a:lvl3pPr>
              <a:lvl4pPr marL="1600200" indent="-228600" eaLnBrk="0" hangingPunct="0">
                <a:defRPr sz="9900">
                  <a:solidFill>
                    <a:schemeClr val="tx1"/>
                  </a:solidFill>
                  <a:latin typeface="Arial" charset="0"/>
                  <a:ea typeface="ＭＳ Ｐゴシック" charset="0"/>
                </a:defRPr>
              </a:lvl4pPr>
              <a:lvl5pPr marL="2057400" indent="-228600" eaLnBrk="0" hangingPunct="0">
                <a:defRPr sz="9900">
                  <a:solidFill>
                    <a:schemeClr val="tx1"/>
                  </a:solidFill>
                  <a:latin typeface="Arial" charset="0"/>
                  <a:ea typeface="ＭＳ Ｐゴシック" charset="0"/>
                </a:defRPr>
              </a:lvl5pPr>
              <a:lvl6pPr marL="2514600" indent="-228600" defTabSz="2506663" eaLnBrk="0" fontAlgn="base" hangingPunct="0">
                <a:spcBef>
                  <a:spcPct val="0"/>
                </a:spcBef>
                <a:spcAft>
                  <a:spcPct val="0"/>
                </a:spcAft>
                <a:defRPr sz="9900">
                  <a:solidFill>
                    <a:schemeClr val="tx1"/>
                  </a:solidFill>
                  <a:latin typeface="Arial" charset="0"/>
                  <a:ea typeface="ＭＳ Ｐゴシック" charset="0"/>
                </a:defRPr>
              </a:lvl6pPr>
              <a:lvl7pPr marL="2971800" indent="-228600" defTabSz="2506663" eaLnBrk="0" fontAlgn="base" hangingPunct="0">
                <a:spcBef>
                  <a:spcPct val="0"/>
                </a:spcBef>
                <a:spcAft>
                  <a:spcPct val="0"/>
                </a:spcAft>
                <a:defRPr sz="9900">
                  <a:solidFill>
                    <a:schemeClr val="tx1"/>
                  </a:solidFill>
                  <a:latin typeface="Arial" charset="0"/>
                  <a:ea typeface="ＭＳ Ｐゴシック" charset="0"/>
                </a:defRPr>
              </a:lvl7pPr>
              <a:lvl8pPr marL="3429000" indent="-228600" defTabSz="2506663" eaLnBrk="0" fontAlgn="base" hangingPunct="0">
                <a:spcBef>
                  <a:spcPct val="0"/>
                </a:spcBef>
                <a:spcAft>
                  <a:spcPct val="0"/>
                </a:spcAft>
                <a:defRPr sz="9900">
                  <a:solidFill>
                    <a:schemeClr val="tx1"/>
                  </a:solidFill>
                  <a:latin typeface="Arial" charset="0"/>
                  <a:ea typeface="ＭＳ Ｐゴシック" charset="0"/>
                </a:defRPr>
              </a:lvl8pPr>
              <a:lvl9pPr marL="3886200" indent="-228600" defTabSz="2506663" eaLnBrk="0" fontAlgn="base" hangingPunct="0">
                <a:spcBef>
                  <a:spcPct val="0"/>
                </a:spcBef>
                <a:spcAft>
                  <a:spcPct val="0"/>
                </a:spcAft>
                <a:defRPr sz="9900">
                  <a:solidFill>
                    <a:schemeClr val="tx1"/>
                  </a:solidFill>
                  <a:latin typeface="Arial" charset="0"/>
                  <a:ea typeface="ＭＳ Ｐゴシック" charset="0"/>
                </a:defRPr>
              </a:lvl9pPr>
            </a:lstStyle>
            <a:p>
              <a:pPr eaLnBrk="1" hangingPunct="1"/>
              <a:r>
                <a:rPr lang="en-US" sz="4500" b="1" dirty="0">
                  <a:solidFill>
                    <a:srgbClr val="D71920"/>
                  </a:solidFill>
                  <a:latin typeface="+mj-lt"/>
                  <a:cs typeface="Arial" charset="0"/>
                </a:rPr>
                <a:t>Result &amp; Progress</a:t>
              </a:r>
            </a:p>
          </p:txBody>
        </p:sp>
        <p:cxnSp>
          <p:nvCxnSpPr>
            <p:cNvPr id="79" name="Straight Connector 78">
              <a:extLst>
                <a:ext uri="{FF2B5EF4-FFF2-40B4-BE49-F238E27FC236}">
                  <a16:creationId xmlns:a16="http://schemas.microsoft.com/office/drawing/2014/main" id="{D49079FE-BDD7-6637-3AFE-1F49C00CDDFC}"/>
                </a:ext>
              </a:extLst>
            </p:cNvPr>
            <p:cNvCxnSpPr/>
            <p:nvPr/>
          </p:nvCxnSpPr>
          <p:spPr>
            <a:xfrm>
              <a:off x="12121017" y="17504228"/>
              <a:ext cx="9106125" cy="0"/>
            </a:xfrm>
            <a:prstGeom prst="line">
              <a:avLst/>
            </a:prstGeom>
            <a:ln w="63500">
              <a:solidFill>
                <a:schemeClr val="bg2"/>
              </a:solidFill>
            </a:ln>
          </p:spPr>
          <p:style>
            <a:lnRef idx="1">
              <a:schemeClr val="accent1"/>
            </a:lnRef>
            <a:fillRef idx="0">
              <a:schemeClr val="accent1"/>
            </a:fillRef>
            <a:effectRef idx="0">
              <a:schemeClr val="accent1"/>
            </a:effectRef>
            <a:fontRef idx="minor">
              <a:schemeClr val="tx1"/>
            </a:fontRef>
          </p:style>
        </p:cxnSp>
      </p:grpSp>
      <p:sp>
        <p:nvSpPr>
          <p:cNvPr id="80" name="TextBox 18">
            <a:extLst>
              <a:ext uri="{FF2B5EF4-FFF2-40B4-BE49-F238E27FC236}">
                <a16:creationId xmlns:a16="http://schemas.microsoft.com/office/drawing/2014/main" id="{18E86F5C-975D-2CA7-5472-E3AF4CB65717}"/>
              </a:ext>
            </a:extLst>
          </p:cNvPr>
          <p:cNvSpPr txBox="1">
            <a:spLocks noChangeArrowheads="1"/>
          </p:cNvSpPr>
          <p:nvPr/>
        </p:nvSpPr>
        <p:spPr bwMode="auto">
          <a:xfrm>
            <a:off x="32751693" y="13683842"/>
            <a:ext cx="9963777" cy="10156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9900">
                <a:solidFill>
                  <a:schemeClr val="tx1"/>
                </a:solidFill>
                <a:latin typeface="Arial" charset="0"/>
                <a:ea typeface="ＭＳ Ｐゴシック" charset="0"/>
                <a:cs typeface="ＭＳ Ｐゴシック" charset="0"/>
              </a:defRPr>
            </a:lvl1pPr>
            <a:lvl2pPr marL="742950" indent="-285750" eaLnBrk="0" hangingPunct="0">
              <a:defRPr sz="9900">
                <a:solidFill>
                  <a:schemeClr val="tx1"/>
                </a:solidFill>
                <a:latin typeface="Arial" charset="0"/>
                <a:ea typeface="ＭＳ Ｐゴシック" charset="0"/>
              </a:defRPr>
            </a:lvl2pPr>
            <a:lvl3pPr marL="1143000" indent="-228600" eaLnBrk="0" hangingPunct="0">
              <a:defRPr sz="9900">
                <a:solidFill>
                  <a:schemeClr val="tx1"/>
                </a:solidFill>
                <a:latin typeface="Arial" charset="0"/>
                <a:ea typeface="ＭＳ Ｐゴシック" charset="0"/>
              </a:defRPr>
            </a:lvl3pPr>
            <a:lvl4pPr marL="1600200" indent="-228600" eaLnBrk="0" hangingPunct="0">
              <a:defRPr sz="9900">
                <a:solidFill>
                  <a:schemeClr val="tx1"/>
                </a:solidFill>
                <a:latin typeface="Arial" charset="0"/>
                <a:ea typeface="ＭＳ Ｐゴシック" charset="0"/>
              </a:defRPr>
            </a:lvl4pPr>
            <a:lvl5pPr marL="2057400" indent="-228600" eaLnBrk="0" hangingPunct="0">
              <a:defRPr sz="9900">
                <a:solidFill>
                  <a:schemeClr val="tx1"/>
                </a:solidFill>
                <a:latin typeface="Arial" charset="0"/>
                <a:ea typeface="ＭＳ Ｐゴシック" charset="0"/>
              </a:defRPr>
            </a:lvl5pPr>
            <a:lvl6pPr marL="2514600" indent="-228600" defTabSz="2506663" eaLnBrk="0" fontAlgn="base" hangingPunct="0">
              <a:spcBef>
                <a:spcPct val="0"/>
              </a:spcBef>
              <a:spcAft>
                <a:spcPct val="0"/>
              </a:spcAft>
              <a:defRPr sz="9900">
                <a:solidFill>
                  <a:schemeClr val="tx1"/>
                </a:solidFill>
                <a:latin typeface="Arial" charset="0"/>
                <a:ea typeface="ＭＳ Ｐゴシック" charset="0"/>
              </a:defRPr>
            </a:lvl6pPr>
            <a:lvl7pPr marL="2971800" indent="-228600" defTabSz="2506663" eaLnBrk="0" fontAlgn="base" hangingPunct="0">
              <a:spcBef>
                <a:spcPct val="0"/>
              </a:spcBef>
              <a:spcAft>
                <a:spcPct val="0"/>
              </a:spcAft>
              <a:defRPr sz="9900">
                <a:solidFill>
                  <a:schemeClr val="tx1"/>
                </a:solidFill>
                <a:latin typeface="Arial" charset="0"/>
                <a:ea typeface="ＭＳ Ｐゴシック" charset="0"/>
              </a:defRPr>
            </a:lvl7pPr>
            <a:lvl8pPr marL="3429000" indent="-228600" defTabSz="2506663" eaLnBrk="0" fontAlgn="base" hangingPunct="0">
              <a:spcBef>
                <a:spcPct val="0"/>
              </a:spcBef>
              <a:spcAft>
                <a:spcPct val="0"/>
              </a:spcAft>
              <a:defRPr sz="9900">
                <a:solidFill>
                  <a:schemeClr val="tx1"/>
                </a:solidFill>
                <a:latin typeface="Arial" charset="0"/>
                <a:ea typeface="ＭＳ Ｐゴシック" charset="0"/>
              </a:defRPr>
            </a:lvl8pPr>
            <a:lvl9pPr marL="3886200" indent="-228600" defTabSz="2506663" eaLnBrk="0" fontAlgn="base" hangingPunct="0">
              <a:spcBef>
                <a:spcPct val="0"/>
              </a:spcBef>
              <a:spcAft>
                <a:spcPct val="0"/>
              </a:spcAft>
              <a:defRPr sz="9900">
                <a:solidFill>
                  <a:schemeClr val="tx1"/>
                </a:solidFill>
                <a:latin typeface="Arial" charset="0"/>
                <a:ea typeface="ＭＳ Ｐゴシック" charset="0"/>
              </a:defRPr>
            </a:lvl9pPr>
          </a:lstStyle>
          <a:p>
            <a:r>
              <a:rPr lang="ja-JP" altLang="en-US" sz="3000" dirty="0"/>
              <a:t>⇨ </a:t>
            </a:r>
            <a:r>
              <a:rPr lang="en-US" altLang="ja-JP" sz="3000" dirty="0"/>
              <a:t>After training of our CNN model for classification of 	gunshots we achieved 82% accuracy.</a:t>
            </a:r>
            <a:endParaRPr lang="en-US" sz="3000" dirty="0"/>
          </a:p>
        </p:txBody>
      </p:sp>
      <p:sp>
        <p:nvSpPr>
          <p:cNvPr id="81" name="TextBox 80">
            <a:extLst>
              <a:ext uri="{FF2B5EF4-FFF2-40B4-BE49-F238E27FC236}">
                <a16:creationId xmlns:a16="http://schemas.microsoft.com/office/drawing/2014/main" id="{13815737-7061-BDAB-8C07-745B178FD0ED}"/>
              </a:ext>
            </a:extLst>
          </p:cNvPr>
          <p:cNvSpPr txBox="1"/>
          <p:nvPr/>
        </p:nvSpPr>
        <p:spPr>
          <a:xfrm>
            <a:off x="29034845" y="6691051"/>
            <a:ext cx="259586" cy="461665"/>
          </a:xfrm>
          <a:prstGeom prst="rect">
            <a:avLst/>
          </a:prstGeom>
          <a:noFill/>
        </p:spPr>
        <p:txBody>
          <a:bodyPr wrap="square" rtlCol="0">
            <a:spAutoFit/>
          </a:bodyPr>
          <a:lstStyle/>
          <a:p>
            <a:endParaRPr lang="en-US" sz="2400" dirty="0"/>
          </a:p>
        </p:txBody>
      </p:sp>
      <p:pic>
        <p:nvPicPr>
          <p:cNvPr id="96" name="Picture 95" descr="A graph with blue lines and numbers&#10;&#10;AI-generated content may be incorrect.">
            <a:extLst>
              <a:ext uri="{FF2B5EF4-FFF2-40B4-BE49-F238E27FC236}">
                <a16:creationId xmlns:a16="http://schemas.microsoft.com/office/drawing/2014/main" id="{8C795295-7E7F-53F6-9C18-9945EFEF314D}"/>
              </a:ext>
            </a:extLst>
          </p:cNvPr>
          <p:cNvPicPr>
            <a:picLocks noChangeAspect="1"/>
          </p:cNvPicPr>
          <p:nvPr/>
        </p:nvPicPr>
        <p:blipFill>
          <a:blip r:embed="rId6"/>
          <a:stretch>
            <a:fillRect/>
          </a:stretch>
        </p:blipFill>
        <p:spPr>
          <a:xfrm>
            <a:off x="32839433" y="7336361"/>
            <a:ext cx="9530171" cy="6124483"/>
          </a:xfrm>
          <a:prstGeom prst="rect">
            <a:avLst/>
          </a:prstGeom>
          <a:ln>
            <a:solidFill>
              <a:schemeClr val="tx1"/>
            </a:solidFill>
          </a:ln>
        </p:spPr>
      </p:pic>
      <p:pic>
        <p:nvPicPr>
          <p:cNvPr id="104" name="Picture 103" descr="A diagram of a process&#10;&#10;AI-generated content may be incorrect.">
            <a:extLst>
              <a:ext uri="{FF2B5EF4-FFF2-40B4-BE49-F238E27FC236}">
                <a16:creationId xmlns:a16="http://schemas.microsoft.com/office/drawing/2014/main" id="{EC7270D4-DB29-01B8-1017-D532857589B0}"/>
              </a:ext>
            </a:extLst>
          </p:cNvPr>
          <p:cNvPicPr>
            <a:picLocks noChangeAspect="1"/>
          </p:cNvPicPr>
          <p:nvPr/>
        </p:nvPicPr>
        <p:blipFill>
          <a:blip r:embed="rId7"/>
          <a:srcRect b="25784"/>
          <a:stretch>
            <a:fillRect/>
          </a:stretch>
        </p:blipFill>
        <p:spPr>
          <a:xfrm>
            <a:off x="22374501" y="26338016"/>
            <a:ext cx="9531839" cy="3143694"/>
          </a:xfrm>
          <a:prstGeom prst="rect">
            <a:avLst/>
          </a:prstGeom>
          <a:ln>
            <a:solidFill>
              <a:schemeClr val="tx1"/>
            </a:solidFill>
          </a:ln>
        </p:spPr>
      </p:pic>
      <p:sp>
        <p:nvSpPr>
          <p:cNvPr id="105" name="TextBox 18">
            <a:extLst>
              <a:ext uri="{FF2B5EF4-FFF2-40B4-BE49-F238E27FC236}">
                <a16:creationId xmlns:a16="http://schemas.microsoft.com/office/drawing/2014/main" id="{B171A961-EBCC-FDF3-4732-F61CD5C075C1}"/>
              </a:ext>
            </a:extLst>
          </p:cNvPr>
          <p:cNvSpPr txBox="1">
            <a:spLocks noChangeArrowheads="1"/>
          </p:cNvSpPr>
          <p:nvPr/>
        </p:nvSpPr>
        <p:spPr bwMode="auto">
          <a:xfrm>
            <a:off x="22106421" y="24723982"/>
            <a:ext cx="5277494" cy="830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9900">
                <a:solidFill>
                  <a:schemeClr val="tx1"/>
                </a:solidFill>
                <a:latin typeface="Arial" charset="0"/>
                <a:ea typeface="ＭＳ Ｐゴシック" charset="0"/>
                <a:cs typeface="ＭＳ Ｐゴシック" charset="0"/>
              </a:defRPr>
            </a:lvl1pPr>
            <a:lvl2pPr marL="742950" indent="-285750" eaLnBrk="0" hangingPunct="0">
              <a:defRPr sz="9900">
                <a:solidFill>
                  <a:schemeClr val="tx1"/>
                </a:solidFill>
                <a:latin typeface="Arial" charset="0"/>
                <a:ea typeface="ＭＳ Ｐゴシック" charset="0"/>
              </a:defRPr>
            </a:lvl2pPr>
            <a:lvl3pPr marL="1143000" indent="-228600" eaLnBrk="0" hangingPunct="0">
              <a:defRPr sz="9900">
                <a:solidFill>
                  <a:schemeClr val="tx1"/>
                </a:solidFill>
                <a:latin typeface="Arial" charset="0"/>
                <a:ea typeface="ＭＳ Ｐゴシック" charset="0"/>
              </a:defRPr>
            </a:lvl3pPr>
            <a:lvl4pPr marL="1600200" indent="-228600" eaLnBrk="0" hangingPunct="0">
              <a:defRPr sz="9900">
                <a:solidFill>
                  <a:schemeClr val="tx1"/>
                </a:solidFill>
                <a:latin typeface="Arial" charset="0"/>
                <a:ea typeface="ＭＳ Ｐゴシック" charset="0"/>
              </a:defRPr>
            </a:lvl4pPr>
            <a:lvl5pPr marL="2057400" indent="-228600" eaLnBrk="0" hangingPunct="0">
              <a:defRPr sz="9900">
                <a:solidFill>
                  <a:schemeClr val="tx1"/>
                </a:solidFill>
                <a:latin typeface="Arial" charset="0"/>
                <a:ea typeface="ＭＳ Ｐゴシック" charset="0"/>
              </a:defRPr>
            </a:lvl5pPr>
            <a:lvl6pPr marL="2514600" indent="-228600" defTabSz="2506663" eaLnBrk="0" fontAlgn="base" hangingPunct="0">
              <a:spcBef>
                <a:spcPct val="0"/>
              </a:spcBef>
              <a:spcAft>
                <a:spcPct val="0"/>
              </a:spcAft>
              <a:defRPr sz="9900">
                <a:solidFill>
                  <a:schemeClr val="tx1"/>
                </a:solidFill>
                <a:latin typeface="Arial" charset="0"/>
                <a:ea typeface="ＭＳ Ｐゴシック" charset="0"/>
              </a:defRPr>
            </a:lvl6pPr>
            <a:lvl7pPr marL="2971800" indent="-228600" defTabSz="2506663" eaLnBrk="0" fontAlgn="base" hangingPunct="0">
              <a:spcBef>
                <a:spcPct val="0"/>
              </a:spcBef>
              <a:spcAft>
                <a:spcPct val="0"/>
              </a:spcAft>
              <a:defRPr sz="9900">
                <a:solidFill>
                  <a:schemeClr val="tx1"/>
                </a:solidFill>
                <a:latin typeface="Arial" charset="0"/>
                <a:ea typeface="ＭＳ Ｐゴシック" charset="0"/>
              </a:defRPr>
            </a:lvl7pPr>
            <a:lvl8pPr marL="3429000" indent="-228600" defTabSz="2506663" eaLnBrk="0" fontAlgn="base" hangingPunct="0">
              <a:spcBef>
                <a:spcPct val="0"/>
              </a:spcBef>
              <a:spcAft>
                <a:spcPct val="0"/>
              </a:spcAft>
              <a:defRPr sz="9900">
                <a:solidFill>
                  <a:schemeClr val="tx1"/>
                </a:solidFill>
                <a:latin typeface="Arial" charset="0"/>
                <a:ea typeface="ＭＳ Ｐゴシック" charset="0"/>
              </a:defRPr>
            </a:lvl8pPr>
            <a:lvl9pPr marL="3886200" indent="-228600" defTabSz="2506663" eaLnBrk="0" fontAlgn="base" hangingPunct="0">
              <a:spcBef>
                <a:spcPct val="0"/>
              </a:spcBef>
              <a:spcAft>
                <a:spcPct val="0"/>
              </a:spcAft>
              <a:defRPr sz="9900">
                <a:solidFill>
                  <a:schemeClr val="tx1"/>
                </a:solidFill>
                <a:latin typeface="Arial" charset="0"/>
                <a:ea typeface="ＭＳ Ｐゴシック" charset="0"/>
              </a:defRPr>
            </a:lvl9pPr>
          </a:lstStyle>
          <a:p>
            <a:pPr algn="ctr"/>
            <a:r>
              <a:rPr lang="en-US" altLang="ja-JP" sz="2400" dirty="0"/>
              <a:t>Different SPI values across various RPM levels from drone propellers.</a:t>
            </a:r>
            <a:endParaRPr lang="en-US" sz="2400" dirty="0"/>
          </a:p>
        </p:txBody>
      </p:sp>
      <p:cxnSp>
        <p:nvCxnSpPr>
          <p:cNvPr id="107" name="Connector: Elbow 106">
            <a:extLst>
              <a:ext uri="{FF2B5EF4-FFF2-40B4-BE49-F238E27FC236}">
                <a16:creationId xmlns:a16="http://schemas.microsoft.com/office/drawing/2014/main" id="{7F9F29D0-64D6-9AC5-6FB4-47D74DBB6842}"/>
              </a:ext>
            </a:extLst>
          </p:cNvPr>
          <p:cNvCxnSpPr>
            <a:cxnSpLocks/>
            <a:endCxn id="99" idx="0"/>
          </p:cNvCxnSpPr>
          <p:nvPr/>
        </p:nvCxnSpPr>
        <p:spPr>
          <a:xfrm>
            <a:off x="23401533" y="28318009"/>
            <a:ext cx="787327" cy="790391"/>
          </a:xfrm>
          <a:prstGeom prst="bentConnector2">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Connector: Elbow 111">
            <a:extLst>
              <a:ext uri="{FF2B5EF4-FFF2-40B4-BE49-F238E27FC236}">
                <a16:creationId xmlns:a16="http://schemas.microsoft.com/office/drawing/2014/main" id="{74A43F3D-A052-A395-5CD3-797DACB885A7}"/>
              </a:ext>
            </a:extLst>
          </p:cNvPr>
          <p:cNvCxnSpPr>
            <a:cxnSpLocks/>
            <a:endCxn id="97" idx="0"/>
          </p:cNvCxnSpPr>
          <p:nvPr/>
        </p:nvCxnSpPr>
        <p:spPr>
          <a:xfrm rot="5400000">
            <a:off x="30101052" y="28713512"/>
            <a:ext cx="321733" cy="468043"/>
          </a:xfrm>
          <a:prstGeom prst="bentConnector3">
            <a:avLst>
              <a:gd name="adj1" fmla="val 50000"/>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22" name="TextBox 18">
            <a:extLst>
              <a:ext uri="{FF2B5EF4-FFF2-40B4-BE49-F238E27FC236}">
                <a16:creationId xmlns:a16="http://schemas.microsoft.com/office/drawing/2014/main" id="{B2B8537C-5AD4-C6B6-64A5-F79680C497FA}"/>
              </a:ext>
            </a:extLst>
          </p:cNvPr>
          <p:cNvSpPr txBox="1">
            <a:spLocks noChangeArrowheads="1"/>
          </p:cNvSpPr>
          <p:nvPr/>
        </p:nvSpPr>
        <p:spPr bwMode="auto">
          <a:xfrm>
            <a:off x="22263941" y="16099487"/>
            <a:ext cx="9552225" cy="28623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9900">
                <a:solidFill>
                  <a:schemeClr val="tx1"/>
                </a:solidFill>
                <a:latin typeface="Arial" charset="0"/>
                <a:ea typeface="ＭＳ Ｐゴシック" charset="0"/>
                <a:cs typeface="ＭＳ Ｐゴシック" charset="0"/>
              </a:defRPr>
            </a:lvl1pPr>
            <a:lvl2pPr marL="742950" indent="-285750" eaLnBrk="0" hangingPunct="0">
              <a:defRPr sz="9900">
                <a:solidFill>
                  <a:schemeClr val="tx1"/>
                </a:solidFill>
                <a:latin typeface="Arial" charset="0"/>
                <a:ea typeface="ＭＳ Ｐゴシック" charset="0"/>
              </a:defRPr>
            </a:lvl2pPr>
            <a:lvl3pPr marL="1143000" indent="-228600" eaLnBrk="0" hangingPunct="0">
              <a:defRPr sz="9900">
                <a:solidFill>
                  <a:schemeClr val="tx1"/>
                </a:solidFill>
                <a:latin typeface="Arial" charset="0"/>
                <a:ea typeface="ＭＳ Ｐゴシック" charset="0"/>
              </a:defRPr>
            </a:lvl3pPr>
            <a:lvl4pPr marL="1600200" indent="-228600" eaLnBrk="0" hangingPunct="0">
              <a:defRPr sz="9900">
                <a:solidFill>
                  <a:schemeClr val="tx1"/>
                </a:solidFill>
                <a:latin typeface="Arial" charset="0"/>
                <a:ea typeface="ＭＳ Ｐゴシック" charset="0"/>
              </a:defRPr>
            </a:lvl4pPr>
            <a:lvl5pPr marL="2057400" indent="-228600" eaLnBrk="0" hangingPunct="0">
              <a:defRPr sz="9900">
                <a:solidFill>
                  <a:schemeClr val="tx1"/>
                </a:solidFill>
                <a:latin typeface="Arial" charset="0"/>
                <a:ea typeface="ＭＳ Ｐゴシック" charset="0"/>
              </a:defRPr>
            </a:lvl5pPr>
            <a:lvl6pPr marL="2514600" indent="-228600" defTabSz="2506663" eaLnBrk="0" fontAlgn="base" hangingPunct="0">
              <a:spcBef>
                <a:spcPct val="0"/>
              </a:spcBef>
              <a:spcAft>
                <a:spcPct val="0"/>
              </a:spcAft>
              <a:defRPr sz="9900">
                <a:solidFill>
                  <a:schemeClr val="tx1"/>
                </a:solidFill>
                <a:latin typeface="Arial" charset="0"/>
                <a:ea typeface="ＭＳ Ｐゴシック" charset="0"/>
              </a:defRPr>
            </a:lvl6pPr>
            <a:lvl7pPr marL="2971800" indent="-228600" defTabSz="2506663" eaLnBrk="0" fontAlgn="base" hangingPunct="0">
              <a:spcBef>
                <a:spcPct val="0"/>
              </a:spcBef>
              <a:spcAft>
                <a:spcPct val="0"/>
              </a:spcAft>
              <a:defRPr sz="9900">
                <a:solidFill>
                  <a:schemeClr val="tx1"/>
                </a:solidFill>
                <a:latin typeface="Arial" charset="0"/>
                <a:ea typeface="ＭＳ Ｐゴシック" charset="0"/>
              </a:defRPr>
            </a:lvl7pPr>
            <a:lvl8pPr marL="3429000" indent="-228600" defTabSz="2506663" eaLnBrk="0" fontAlgn="base" hangingPunct="0">
              <a:spcBef>
                <a:spcPct val="0"/>
              </a:spcBef>
              <a:spcAft>
                <a:spcPct val="0"/>
              </a:spcAft>
              <a:defRPr sz="9900">
                <a:solidFill>
                  <a:schemeClr val="tx1"/>
                </a:solidFill>
                <a:latin typeface="Arial" charset="0"/>
                <a:ea typeface="ＭＳ Ｐゴシック" charset="0"/>
              </a:defRPr>
            </a:lvl8pPr>
            <a:lvl9pPr marL="3886200" indent="-228600" defTabSz="2506663" eaLnBrk="0" fontAlgn="base" hangingPunct="0">
              <a:spcBef>
                <a:spcPct val="0"/>
              </a:spcBef>
              <a:spcAft>
                <a:spcPct val="0"/>
              </a:spcAft>
              <a:defRPr sz="9900">
                <a:solidFill>
                  <a:schemeClr val="tx1"/>
                </a:solidFill>
                <a:latin typeface="Arial" charset="0"/>
                <a:ea typeface="ＭＳ Ｐゴシック" charset="0"/>
              </a:defRPr>
            </a:lvl9pPr>
          </a:lstStyle>
          <a:p>
            <a:r>
              <a:rPr lang="en-US" sz="3000" dirty="0"/>
              <a:t>Currently we are in </a:t>
            </a:r>
            <a:r>
              <a:rPr lang="en-US" sz="3000" b="1" dirty="0"/>
              <a:t>phase 1</a:t>
            </a:r>
            <a:endParaRPr lang="en-US" altLang="ja-JP" sz="3000" b="1" dirty="0"/>
          </a:p>
          <a:p>
            <a:r>
              <a:rPr lang="ja-JP" altLang="en-US" sz="3000"/>
              <a:t>⇨ </a:t>
            </a:r>
            <a:r>
              <a:rPr lang="en-US" altLang="ja-JP" sz="3000" dirty="0"/>
              <a:t>We have collected the 18 types </a:t>
            </a:r>
          </a:p>
          <a:p>
            <a:r>
              <a:rPr lang="en-US" altLang="ja-JP" sz="3000" dirty="0"/>
              <a:t>of gunshots</a:t>
            </a:r>
            <a:r>
              <a:rPr lang="zh-CN" altLang="en-US" sz="3000" dirty="0"/>
              <a:t> </a:t>
            </a:r>
            <a:r>
              <a:rPr lang="en-US" altLang="zh-CN" sz="3000" dirty="0"/>
              <a:t>from varying angles</a:t>
            </a:r>
            <a:r>
              <a:rPr lang="en-US" altLang="ja-JP" sz="3000" dirty="0"/>
              <a:t>.</a:t>
            </a:r>
          </a:p>
          <a:p>
            <a:r>
              <a:rPr lang="ja-JP" altLang="en-US" sz="3000"/>
              <a:t>⇨ </a:t>
            </a:r>
            <a:r>
              <a:rPr lang="en-US" altLang="ja-JP" sz="3000" dirty="0"/>
              <a:t>We created DL model that classify the gunshots.</a:t>
            </a:r>
          </a:p>
          <a:p>
            <a:r>
              <a:rPr lang="ja-JP" altLang="en-US" sz="3000"/>
              <a:t>⇨ </a:t>
            </a:r>
            <a:r>
              <a:rPr lang="en-US" altLang="ja-JP" sz="3000" dirty="0"/>
              <a:t>With collaboration of OSU we collected frequency of drone noise in three RPMs.</a:t>
            </a:r>
            <a:endParaRPr lang="en-US" sz="3000" dirty="0"/>
          </a:p>
        </p:txBody>
      </p:sp>
      <p:grpSp>
        <p:nvGrpSpPr>
          <p:cNvPr id="123" name="Group 122">
            <a:extLst>
              <a:ext uri="{FF2B5EF4-FFF2-40B4-BE49-F238E27FC236}">
                <a16:creationId xmlns:a16="http://schemas.microsoft.com/office/drawing/2014/main" id="{14B0D7E3-4EE2-D981-94B2-3505B9311223}"/>
              </a:ext>
            </a:extLst>
          </p:cNvPr>
          <p:cNvGrpSpPr/>
          <p:nvPr/>
        </p:nvGrpSpPr>
        <p:grpSpPr>
          <a:xfrm>
            <a:off x="33018798" y="15343691"/>
            <a:ext cx="9171439" cy="890282"/>
            <a:chOff x="12055703" y="17504228"/>
            <a:chExt cx="9171439" cy="890282"/>
          </a:xfrm>
        </p:grpSpPr>
        <p:sp>
          <p:nvSpPr>
            <p:cNvPr id="124" name="TextBox 42">
              <a:extLst>
                <a:ext uri="{FF2B5EF4-FFF2-40B4-BE49-F238E27FC236}">
                  <a16:creationId xmlns:a16="http://schemas.microsoft.com/office/drawing/2014/main" id="{3DFBDC09-4900-4902-F449-BA02D78183FC}"/>
                </a:ext>
              </a:extLst>
            </p:cNvPr>
            <p:cNvSpPr txBox="1">
              <a:spLocks noChangeArrowheads="1"/>
            </p:cNvSpPr>
            <p:nvPr/>
          </p:nvSpPr>
          <p:spPr bwMode="auto">
            <a:xfrm>
              <a:off x="12055703" y="17609680"/>
              <a:ext cx="9106125" cy="7848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9900">
                  <a:solidFill>
                    <a:schemeClr val="tx1"/>
                  </a:solidFill>
                  <a:latin typeface="Arial" charset="0"/>
                  <a:ea typeface="ＭＳ Ｐゴシック" charset="0"/>
                  <a:cs typeface="ＭＳ Ｐゴシック" charset="0"/>
                </a:defRPr>
              </a:lvl1pPr>
              <a:lvl2pPr marL="742950" indent="-285750" eaLnBrk="0" hangingPunct="0">
                <a:defRPr sz="9900">
                  <a:solidFill>
                    <a:schemeClr val="tx1"/>
                  </a:solidFill>
                  <a:latin typeface="Arial" charset="0"/>
                  <a:ea typeface="ＭＳ Ｐゴシック" charset="0"/>
                </a:defRPr>
              </a:lvl2pPr>
              <a:lvl3pPr marL="1143000" indent="-228600" eaLnBrk="0" hangingPunct="0">
                <a:defRPr sz="9900">
                  <a:solidFill>
                    <a:schemeClr val="tx1"/>
                  </a:solidFill>
                  <a:latin typeface="Arial" charset="0"/>
                  <a:ea typeface="ＭＳ Ｐゴシック" charset="0"/>
                </a:defRPr>
              </a:lvl3pPr>
              <a:lvl4pPr marL="1600200" indent="-228600" eaLnBrk="0" hangingPunct="0">
                <a:defRPr sz="9900">
                  <a:solidFill>
                    <a:schemeClr val="tx1"/>
                  </a:solidFill>
                  <a:latin typeface="Arial" charset="0"/>
                  <a:ea typeface="ＭＳ Ｐゴシック" charset="0"/>
                </a:defRPr>
              </a:lvl4pPr>
              <a:lvl5pPr marL="2057400" indent="-228600" eaLnBrk="0" hangingPunct="0">
                <a:defRPr sz="9900">
                  <a:solidFill>
                    <a:schemeClr val="tx1"/>
                  </a:solidFill>
                  <a:latin typeface="Arial" charset="0"/>
                  <a:ea typeface="ＭＳ Ｐゴシック" charset="0"/>
                </a:defRPr>
              </a:lvl5pPr>
              <a:lvl6pPr marL="2514600" indent="-228600" defTabSz="2506663" eaLnBrk="0" fontAlgn="base" hangingPunct="0">
                <a:spcBef>
                  <a:spcPct val="0"/>
                </a:spcBef>
                <a:spcAft>
                  <a:spcPct val="0"/>
                </a:spcAft>
                <a:defRPr sz="9900">
                  <a:solidFill>
                    <a:schemeClr val="tx1"/>
                  </a:solidFill>
                  <a:latin typeface="Arial" charset="0"/>
                  <a:ea typeface="ＭＳ Ｐゴシック" charset="0"/>
                </a:defRPr>
              </a:lvl6pPr>
              <a:lvl7pPr marL="2971800" indent="-228600" defTabSz="2506663" eaLnBrk="0" fontAlgn="base" hangingPunct="0">
                <a:spcBef>
                  <a:spcPct val="0"/>
                </a:spcBef>
                <a:spcAft>
                  <a:spcPct val="0"/>
                </a:spcAft>
                <a:defRPr sz="9900">
                  <a:solidFill>
                    <a:schemeClr val="tx1"/>
                  </a:solidFill>
                  <a:latin typeface="Arial" charset="0"/>
                  <a:ea typeface="ＭＳ Ｐゴシック" charset="0"/>
                </a:defRPr>
              </a:lvl7pPr>
              <a:lvl8pPr marL="3429000" indent="-228600" defTabSz="2506663" eaLnBrk="0" fontAlgn="base" hangingPunct="0">
                <a:spcBef>
                  <a:spcPct val="0"/>
                </a:spcBef>
                <a:spcAft>
                  <a:spcPct val="0"/>
                </a:spcAft>
                <a:defRPr sz="9900">
                  <a:solidFill>
                    <a:schemeClr val="tx1"/>
                  </a:solidFill>
                  <a:latin typeface="Arial" charset="0"/>
                  <a:ea typeface="ＭＳ Ｐゴシック" charset="0"/>
                </a:defRPr>
              </a:lvl8pPr>
              <a:lvl9pPr marL="3886200" indent="-228600" defTabSz="2506663" eaLnBrk="0" fontAlgn="base" hangingPunct="0">
                <a:spcBef>
                  <a:spcPct val="0"/>
                </a:spcBef>
                <a:spcAft>
                  <a:spcPct val="0"/>
                </a:spcAft>
                <a:defRPr sz="9900">
                  <a:solidFill>
                    <a:schemeClr val="tx1"/>
                  </a:solidFill>
                  <a:latin typeface="Arial" charset="0"/>
                  <a:ea typeface="ＭＳ Ｐゴシック" charset="0"/>
                </a:defRPr>
              </a:lvl9pPr>
            </a:lstStyle>
            <a:p>
              <a:pPr eaLnBrk="1" hangingPunct="1"/>
              <a:r>
                <a:rPr lang="en-US" sz="4500" b="1" dirty="0">
                  <a:solidFill>
                    <a:srgbClr val="D71920"/>
                  </a:solidFill>
                  <a:cs typeface="Arial" charset="0"/>
                </a:rPr>
                <a:t>Conclusion</a:t>
              </a:r>
            </a:p>
          </p:txBody>
        </p:sp>
        <p:cxnSp>
          <p:nvCxnSpPr>
            <p:cNvPr id="125" name="Straight Connector 124">
              <a:extLst>
                <a:ext uri="{FF2B5EF4-FFF2-40B4-BE49-F238E27FC236}">
                  <a16:creationId xmlns:a16="http://schemas.microsoft.com/office/drawing/2014/main" id="{C0346AED-635C-F3B4-DF8C-883B9DE271CC}"/>
                </a:ext>
              </a:extLst>
            </p:cNvPr>
            <p:cNvCxnSpPr/>
            <p:nvPr/>
          </p:nvCxnSpPr>
          <p:spPr>
            <a:xfrm>
              <a:off x="12121017" y="17504228"/>
              <a:ext cx="9106125" cy="0"/>
            </a:xfrm>
            <a:prstGeom prst="line">
              <a:avLst/>
            </a:prstGeom>
            <a:ln w="63500">
              <a:solidFill>
                <a:schemeClr val="bg2"/>
              </a:solidFill>
            </a:ln>
          </p:spPr>
          <p:style>
            <a:lnRef idx="1">
              <a:schemeClr val="accent1"/>
            </a:lnRef>
            <a:fillRef idx="0">
              <a:schemeClr val="accent1"/>
            </a:fillRef>
            <a:effectRef idx="0">
              <a:schemeClr val="accent1"/>
            </a:effectRef>
            <a:fontRef idx="minor">
              <a:schemeClr val="tx1"/>
            </a:fontRef>
          </p:style>
        </p:cxnSp>
      </p:grpSp>
      <p:sp>
        <p:nvSpPr>
          <p:cNvPr id="126" name="TextBox 18">
            <a:extLst>
              <a:ext uri="{FF2B5EF4-FFF2-40B4-BE49-F238E27FC236}">
                <a16:creationId xmlns:a16="http://schemas.microsoft.com/office/drawing/2014/main" id="{B344178B-D810-08D4-F740-6D407B1F1564}"/>
              </a:ext>
            </a:extLst>
          </p:cNvPr>
          <p:cNvSpPr txBox="1">
            <a:spLocks noChangeArrowheads="1"/>
          </p:cNvSpPr>
          <p:nvPr/>
        </p:nvSpPr>
        <p:spPr bwMode="auto">
          <a:xfrm>
            <a:off x="32925010" y="16485598"/>
            <a:ext cx="9963777" cy="47089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9900">
                <a:solidFill>
                  <a:schemeClr val="tx1"/>
                </a:solidFill>
                <a:latin typeface="Arial" charset="0"/>
                <a:ea typeface="ＭＳ Ｐゴシック" charset="0"/>
                <a:cs typeface="ＭＳ Ｐゴシック" charset="0"/>
              </a:defRPr>
            </a:lvl1pPr>
            <a:lvl2pPr marL="742950" indent="-285750" eaLnBrk="0" hangingPunct="0">
              <a:defRPr sz="9900">
                <a:solidFill>
                  <a:schemeClr val="tx1"/>
                </a:solidFill>
                <a:latin typeface="Arial" charset="0"/>
                <a:ea typeface="ＭＳ Ｐゴシック" charset="0"/>
              </a:defRPr>
            </a:lvl2pPr>
            <a:lvl3pPr marL="1143000" indent="-228600" eaLnBrk="0" hangingPunct="0">
              <a:defRPr sz="9900">
                <a:solidFill>
                  <a:schemeClr val="tx1"/>
                </a:solidFill>
                <a:latin typeface="Arial" charset="0"/>
                <a:ea typeface="ＭＳ Ｐゴシック" charset="0"/>
              </a:defRPr>
            </a:lvl3pPr>
            <a:lvl4pPr marL="1600200" indent="-228600" eaLnBrk="0" hangingPunct="0">
              <a:defRPr sz="9900">
                <a:solidFill>
                  <a:schemeClr val="tx1"/>
                </a:solidFill>
                <a:latin typeface="Arial" charset="0"/>
                <a:ea typeface="ＭＳ Ｐゴシック" charset="0"/>
              </a:defRPr>
            </a:lvl4pPr>
            <a:lvl5pPr marL="2057400" indent="-228600" eaLnBrk="0" hangingPunct="0">
              <a:defRPr sz="9900">
                <a:solidFill>
                  <a:schemeClr val="tx1"/>
                </a:solidFill>
                <a:latin typeface="Arial" charset="0"/>
                <a:ea typeface="ＭＳ Ｐゴシック" charset="0"/>
              </a:defRPr>
            </a:lvl5pPr>
            <a:lvl6pPr marL="2514600" indent="-228600" defTabSz="2506663" eaLnBrk="0" fontAlgn="base" hangingPunct="0">
              <a:spcBef>
                <a:spcPct val="0"/>
              </a:spcBef>
              <a:spcAft>
                <a:spcPct val="0"/>
              </a:spcAft>
              <a:defRPr sz="9900">
                <a:solidFill>
                  <a:schemeClr val="tx1"/>
                </a:solidFill>
                <a:latin typeface="Arial" charset="0"/>
                <a:ea typeface="ＭＳ Ｐゴシック" charset="0"/>
              </a:defRPr>
            </a:lvl6pPr>
            <a:lvl7pPr marL="2971800" indent="-228600" defTabSz="2506663" eaLnBrk="0" fontAlgn="base" hangingPunct="0">
              <a:spcBef>
                <a:spcPct val="0"/>
              </a:spcBef>
              <a:spcAft>
                <a:spcPct val="0"/>
              </a:spcAft>
              <a:defRPr sz="9900">
                <a:solidFill>
                  <a:schemeClr val="tx1"/>
                </a:solidFill>
                <a:latin typeface="Arial" charset="0"/>
                <a:ea typeface="ＭＳ Ｐゴシック" charset="0"/>
              </a:defRPr>
            </a:lvl7pPr>
            <a:lvl8pPr marL="3429000" indent="-228600" defTabSz="2506663" eaLnBrk="0" fontAlgn="base" hangingPunct="0">
              <a:spcBef>
                <a:spcPct val="0"/>
              </a:spcBef>
              <a:spcAft>
                <a:spcPct val="0"/>
              </a:spcAft>
              <a:defRPr sz="9900">
                <a:solidFill>
                  <a:schemeClr val="tx1"/>
                </a:solidFill>
                <a:latin typeface="Arial" charset="0"/>
                <a:ea typeface="ＭＳ Ｐゴシック" charset="0"/>
              </a:defRPr>
            </a:lvl8pPr>
            <a:lvl9pPr marL="3886200" indent="-228600" defTabSz="2506663" eaLnBrk="0" fontAlgn="base" hangingPunct="0">
              <a:spcBef>
                <a:spcPct val="0"/>
              </a:spcBef>
              <a:spcAft>
                <a:spcPct val="0"/>
              </a:spcAft>
              <a:defRPr sz="9900">
                <a:solidFill>
                  <a:schemeClr val="tx1"/>
                </a:solidFill>
                <a:latin typeface="Arial" charset="0"/>
                <a:ea typeface="ＭＳ Ｐゴシック" charset="0"/>
              </a:defRPr>
            </a:lvl9pPr>
          </a:lstStyle>
          <a:p>
            <a:r>
              <a:rPr lang="ja-JP" altLang="en-US" sz="3000" dirty="0"/>
              <a:t>● </a:t>
            </a:r>
            <a:r>
              <a:rPr lang="en-US" sz="3000" dirty="0"/>
              <a:t>The expected outcomes of this research include, </a:t>
            </a:r>
          </a:p>
          <a:p>
            <a:r>
              <a:rPr lang="en-US" sz="3000" dirty="0"/>
              <a:t>	</a:t>
            </a:r>
            <a:r>
              <a:rPr lang="ja-JP" altLang="en-US" sz="3000" dirty="0"/>
              <a:t>⇨ </a:t>
            </a:r>
            <a:r>
              <a:rPr lang="en-US" sz="3000" dirty="0"/>
              <a:t>A deep learning-based noise reduction system 				specifically tailored for UAV acoustic conditions. 	</a:t>
            </a:r>
          </a:p>
          <a:p>
            <a:r>
              <a:rPr lang="en-US" altLang="ja-JP" sz="3000" dirty="0"/>
              <a:t>	</a:t>
            </a:r>
            <a:r>
              <a:rPr lang="ja-JP" altLang="en-US" sz="3000" dirty="0"/>
              <a:t>⇨ </a:t>
            </a:r>
            <a:r>
              <a:rPr lang="en-US" sz="3000" dirty="0"/>
              <a:t>Demonstrate improvements in intelligibility, noise 			reduction and localization for gunshots.</a:t>
            </a:r>
          </a:p>
          <a:p>
            <a:endParaRPr lang="en-US" sz="3000" dirty="0"/>
          </a:p>
          <a:p>
            <a:r>
              <a:rPr lang="ja-JP" altLang="en-US" sz="3000" dirty="0"/>
              <a:t>● </a:t>
            </a:r>
            <a:r>
              <a:rPr lang="en-US" sz="3000" dirty="0"/>
              <a:t>Suppose when we use UAVs for our surveillance this 	useful sound can help us to locate any abnormal 	situations around our surroundings such as any 	criminal activity or any rescue activity.</a:t>
            </a:r>
          </a:p>
        </p:txBody>
      </p:sp>
      <p:sp>
        <p:nvSpPr>
          <p:cNvPr id="3" name="TextBox 18">
            <a:extLst>
              <a:ext uri="{FF2B5EF4-FFF2-40B4-BE49-F238E27FC236}">
                <a16:creationId xmlns:a16="http://schemas.microsoft.com/office/drawing/2014/main" id="{32116AB8-DC05-F4DD-DEFC-56B7BC01FBD2}"/>
              </a:ext>
            </a:extLst>
          </p:cNvPr>
          <p:cNvSpPr txBox="1">
            <a:spLocks noChangeArrowheads="1"/>
          </p:cNvSpPr>
          <p:nvPr/>
        </p:nvSpPr>
        <p:spPr bwMode="auto">
          <a:xfrm>
            <a:off x="32966997" y="26198946"/>
            <a:ext cx="9788298" cy="19389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9900">
                <a:solidFill>
                  <a:schemeClr val="tx1"/>
                </a:solidFill>
                <a:latin typeface="Arial" charset="0"/>
                <a:ea typeface="ＭＳ Ｐゴシック" charset="0"/>
                <a:cs typeface="ＭＳ Ｐゴシック" charset="0"/>
              </a:defRPr>
            </a:lvl1pPr>
            <a:lvl2pPr marL="742950" indent="-285750" eaLnBrk="0" hangingPunct="0">
              <a:defRPr sz="9900">
                <a:solidFill>
                  <a:schemeClr val="tx1"/>
                </a:solidFill>
                <a:latin typeface="Arial" charset="0"/>
                <a:ea typeface="ＭＳ Ｐゴシック" charset="0"/>
              </a:defRPr>
            </a:lvl2pPr>
            <a:lvl3pPr marL="1143000" indent="-228600" eaLnBrk="0" hangingPunct="0">
              <a:defRPr sz="9900">
                <a:solidFill>
                  <a:schemeClr val="tx1"/>
                </a:solidFill>
                <a:latin typeface="Arial" charset="0"/>
                <a:ea typeface="ＭＳ Ｐゴシック" charset="0"/>
              </a:defRPr>
            </a:lvl3pPr>
            <a:lvl4pPr marL="1600200" indent="-228600" eaLnBrk="0" hangingPunct="0">
              <a:defRPr sz="9900">
                <a:solidFill>
                  <a:schemeClr val="tx1"/>
                </a:solidFill>
                <a:latin typeface="Arial" charset="0"/>
                <a:ea typeface="ＭＳ Ｐゴシック" charset="0"/>
              </a:defRPr>
            </a:lvl4pPr>
            <a:lvl5pPr marL="2057400" indent="-228600" eaLnBrk="0" hangingPunct="0">
              <a:defRPr sz="9900">
                <a:solidFill>
                  <a:schemeClr val="tx1"/>
                </a:solidFill>
                <a:latin typeface="Arial" charset="0"/>
                <a:ea typeface="ＭＳ Ｐゴシック" charset="0"/>
              </a:defRPr>
            </a:lvl5pPr>
            <a:lvl6pPr marL="2514600" indent="-228600" defTabSz="2506663" eaLnBrk="0" fontAlgn="base" hangingPunct="0">
              <a:spcBef>
                <a:spcPct val="0"/>
              </a:spcBef>
              <a:spcAft>
                <a:spcPct val="0"/>
              </a:spcAft>
              <a:defRPr sz="9900">
                <a:solidFill>
                  <a:schemeClr val="tx1"/>
                </a:solidFill>
                <a:latin typeface="Arial" charset="0"/>
                <a:ea typeface="ＭＳ Ｐゴシック" charset="0"/>
              </a:defRPr>
            </a:lvl6pPr>
            <a:lvl7pPr marL="2971800" indent="-228600" defTabSz="2506663" eaLnBrk="0" fontAlgn="base" hangingPunct="0">
              <a:spcBef>
                <a:spcPct val="0"/>
              </a:spcBef>
              <a:spcAft>
                <a:spcPct val="0"/>
              </a:spcAft>
              <a:defRPr sz="9900">
                <a:solidFill>
                  <a:schemeClr val="tx1"/>
                </a:solidFill>
                <a:latin typeface="Arial" charset="0"/>
                <a:ea typeface="ＭＳ Ｐゴシック" charset="0"/>
              </a:defRPr>
            </a:lvl7pPr>
            <a:lvl8pPr marL="3429000" indent="-228600" defTabSz="2506663" eaLnBrk="0" fontAlgn="base" hangingPunct="0">
              <a:spcBef>
                <a:spcPct val="0"/>
              </a:spcBef>
              <a:spcAft>
                <a:spcPct val="0"/>
              </a:spcAft>
              <a:defRPr sz="9900">
                <a:solidFill>
                  <a:schemeClr val="tx1"/>
                </a:solidFill>
                <a:latin typeface="Arial" charset="0"/>
                <a:ea typeface="ＭＳ Ｐゴシック" charset="0"/>
              </a:defRPr>
            </a:lvl8pPr>
            <a:lvl9pPr marL="3886200" indent="-228600" defTabSz="2506663" eaLnBrk="0" fontAlgn="base" hangingPunct="0">
              <a:spcBef>
                <a:spcPct val="0"/>
              </a:spcBef>
              <a:spcAft>
                <a:spcPct val="0"/>
              </a:spcAft>
              <a:defRPr sz="9900">
                <a:solidFill>
                  <a:schemeClr val="tx1"/>
                </a:solidFill>
                <a:latin typeface="Arial" charset="0"/>
                <a:ea typeface="ＭＳ Ｐゴシック" charset="0"/>
              </a:defRPr>
            </a:lvl9pPr>
          </a:lstStyle>
          <a:p>
            <a:r>
              <a:rPr lang="en-US" sz="3000" dirty="0"/>
              <a:t>This work is supported by the Autonomous Systems </a:t>
            </a:r>
            <a:r>
              <a:rPr lang="en-US" sz="3000" dirty="0" err="1"/>
              <a:t>TRust</a:t>
            </a:r>
            <a:r>
              <a:rPr lang="en-US" sz="3000" dirty="0"/>
              <a:t> &amp; Assurance (ASTAR) Lab at the University of Nebraska at Omaha, with funding from NSF Award #2451471 and the Nebraska Research Initiative (NRI). </a:t>
            </a:r>
          </a:p>
        </p:txBody>
      </p:sp>
      <p:grpSp>
        <p:nvGrpSpPr>
          <p:cNvPr id="4" name="Group 3">
            <a:extLst>
              <a:ext uri="{FF2B5EF4-FFF2-40B4-BE49-F238E27FC236}">
                <a16:creationId xmlns:a16="http://schemas.microsoft.com/office/drawing/2014/main" id="{CF399512-555E-F9B9-C9B9-B39C2FB4AAE3}"/>
              </a:ext>
            </a:extLst>
          </p:cNvPr>
          <p:cNvGrpSpPr/>
          <p:nvPr/>
        </p:nvGrpSpPr>
        <p:grpSpPr>
          <a:xfrm>
            <a:off x="32966997" y="25057038"/>
            <a:ext cx="9106126" cy="981612"/>
            <a:chOff x="12121016" y="17504228"/>
            <a:chExt cx="9106126" cy="981612"/>
          </a:xfrm>
        </p:grpSpPr>
        <p:sp>
          <p:nvSpPr>
            <p:cNvPr id="7" name="TextBox 42">
              <a:extLst>
                <a:ext uri="{FF2B5EF4-FFF2-40B4-BE49-F238E27FC236}">
                  <a16:creationId xmlns:a16="http://schemas.microsoft.com/office/drawing/2014/main" id="{3B498009-120E-3CDB-EC56-6845A8AF8024}"/>
                </a:ext>
              </a:extLst>
            </p:cNvPr>
            <p:cNvSpPr txBox="1">
              <a:spLocks noChangeArrowheads="1"/>
            </p:cNvSpPr>
            <p:nvPr/>
          </p:nvSpPr>
          <p:spPr bwMode="auto">
            <a:xfrm>
              <a:off x="12121016" y="17701010"/>
              <a:ext cx="9106125" cy="7848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9900">
                  <a:solidFill>
                    <a:schemeClr val="tx1"/>
                  </a:solidFill>
                  <a:latin typeface="Arial" charset="0"/>
                  <a:ea typeface="ＭＳ Ｐゴシック" charset="0"/>
                  <a:cs typeface="ＭＳ Ｐゴシック" charset="0"/>
                </a:defRPr>
              </a:lvl1pPr>
              <a:lvl2pPr marL="742950" indent="-285750" eaLnBrk="0" hangingPunct="0">
                <a:defRPr sz="9900">
                  <a:solidFill>
                    <a:schemeClr val="tx1"/>
                  </a:solidFill>
                  <a:latin typeface="Arial" charset="0"/>
                  <a:ea typeface="ＭＳ Ｐゴシック" charset="0"/>
                </a:defRPr>
              </a:lvl2pPr>
              <a:lvl3pPr marL="1143000" indent="-228600" eaLnBrk="0" hangingPunct="0">
                <a:defRPr sz="9900">
                  <a:solidFill>
                    <a:schemeClr val="tx1"/>
                  </a:solidFill>
                  <a:latin typeface="Arial" charset="0"/>
                  <a:ea typeface="ＭＳ Ｐゴシック" charset="0"/>
                </a:defRPr>
              </a:lvl3pPr>
              <a:lvl4pPr marL="1600200" indent="-228600" eaLnBrk="0" hangingPunct="0">
                <a:defRPr sz="9900">
                  <a:solidFill>
                    <a:schemeClr val="tx1"/>
                  </a:solidFill>
                  <a:latin typeface="Arial" charset="0"/>
                  <a:ea typeface="ＭＳ Ｐゴシック" charset="0"/>
                </a:defRPr>
              </a:lvl4pPr>
              <a:lvl5pPr marL="2057400" indent="-228600" eaLnBrk="0" hangingPunct="0">
                <a:defRPr sz="9900">
                  <a:solidFill>
                    <a:schemeClr val="tx1"/>
                  </a:solidFill>
                  <a:latin typeface="Arial" charset="0"/>
                  <a:ea typeface="ＭＳ Ｐゴシック" charset="0"/>
                </a:defRPr>
              </a:lvl5pPr>
              <a:lvl6pPr marL="2514600" indent="-228600" defTabSz="2506663" eaLnBrk="0" fontAlgn="base" hangingPunct="0">
                <a:spcBef>
                  <a:spcPct val="0"/>
                </a:spcBef>
                <a:spcAft>
                  <a:spcPct val="0"/>
                </a:spcAft>
                <a:defRPr sz="9900">
                  <a:solidFill>
                    <a:schemeClr val="tx1"/>
                  </a:solidFill>
                  <a:latin typeface="Arial" charset="0"/>
                  <a:ea typeface="ＭＳ Ｐゴシック" charset="0"/>
                </a:defRPr>
              </a:lvl6pPr>
              <a:lvl7pPr marL="2971800" indent="-228600" defTabSz="2506663" eaLnBrk="0" fontAlgn="base" hangingPunct="0">
                <a:spcBef>
                  <a:spcPct val="0"/>
                </a:spcBef>
                <a:spcAft>
                  <a:spcPct val="0"/>
                </a:spcAft>
                <a:defRPr sz="9900">
                  <a:solidFill>
                    <a:schemeClr val="tx1"/>
                  </a:solidFill>
                  <a:latin typeface="Arial" charset="0"/>
                  <a:ea typeface="ＭＳ Ｐゴシック" charset="0"/>
                </a:defRPr>
              </a:lvl7pPr>
              <a:lvl8pPr marL="3429000" indent="-228600" defTabSz="2506663" eaLnBrk="0" fontAlgn="base" hangingPunct="0">
                <a:spcBef>
                  <a:spcPct val="0"/>
                </a:spcBef>
                <a:spcAft>
                  <a:spcPct val="0"/>
                </a:spcAft>
                <a:defRPr sz="9900">
                  <a:solidFill>
                    <a:schemeClr val="tx1"/>
                  </a:solidFill>
                  <a:latin typeface="Arial" charset="0"/>
                  <a:ea typeface="ＭＳ Ｐゴシック" charset="0"/>
                </a:defRPr>
              </a:lvl8pPr>
              <a:lvl9pPr marL="3886200" indent="-228600" defTabSz="2506663" eaLnBrk="0" fontAlgn="base" hangingPunct="0">
                <a:spcBef>
                  <a:spcPct val="0"/>
                </a:spcBef>
                <a:spcAft>
                  <a:spcPct val="0"/>
                </a:spcAft>
                <a:defRPr sz="9900">
                  <a:solidFill>
                    <a:schemeClr val="tx1"/>
                  </a:solidFill>
                  <a:latin typeface="Arial" charset="0"/>
                  <a:ea typeface="ＭＳ Ｐゴシック" charset="0"/>
                </a:defRPr>
              </a:lvl9pPr>
            </a:lstStyle>
            <a:p>
              <a:pPr eaLnBrk="1" hangingPunct="1"/>
              <a:r>
                <a:rPr lang="en-US" sz="4500" b="1" dirty="0">
                  <a:solidFill>
                    <a:srgbClr val="D71920"/>
                  </a:solidFill>
                  <a:cs typeface="Arial" charset="0"/>
                </a:rPr>
                <a:t>Acknowledgment</a:t>
              </a:r>
            </a:p>
          </p:txBody>
        </p:sp>
        <p:cxnSp>
          <p:nvCxnSpPr>
            <p:cNvPr id="12" name="Straight Connector 11">
              <a:extLst>
                <a:ext uri="{FF2B5EF4-FFF2-40B4-BE49-F238E27FC236}">
                  <a16:creationId xmlns:a16="http://schemas.microsoft.com/office/drawing/2014/main" id="{24F56976-6A42-5ACE-E429-98D4CC628FB7}"/>
                </a:ext>
              </a:extLst>
            </p:cNvPr>
            <p:cNvCxnSpPr/>
            <p:nvPr/>
          </p:nvCxnSpPr>
          <p:spPr>
            <a:xfrm>
              <a:off x="12121017" y="17504228"/>
              <a:ext cx="9106125" cy="0"/>
            </a:xfrm>
            <a:prstGeom prst="line">
              <a:avLst/>
            </a:prstGeom>
            <a:ln w="63500">
              <a:solidFill>
                <a:schemeClr val="bg2"/>
              </a:solidFill>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6E08F94B-6FF5-4E35-1A67-2AF1F79545F8}"/>
              </a:ext>
            </a:extLst>
          </p:cNvPr>
          <p:cNvGrpSpPr/>
          <p:nvPr/>
        </p:nvGrpSpPr>
        <p:grpSpPr>
          <a:xfrm>
            <a:off x="1819559" y="25956519"/>
            <a:ext cx="9106125" cy="784830"/>
            <a:chOff x="1605417" y="17464972"/>
            <a:chExt cx="9106125" cy="784830"/>
          </a:xfrm>
        </p:grpSpPr>
        <p:sp>
          <p:nvSpPr>
            <p:cNvPr id="15" name="TextBox 42">
              <a:extLst>
                <a:ext uri="{FF2B5EF4-FFF2-40B4-BE49-F238E27FC236}">
                  <a16:creationId xmlns:a16="http://schemas.microsoft.com/office/drawing/2014/main" id="{37C09E9C-11A3-146C-A0CF-FF368F90F955}"/>
                </a:ext>
              </a:extLst>
            </p:cNvPr>
            <p:cNvSpPr txBox="1">
              <a:spLocks noChangeArrowheads="1"/>
            </p:cNvSpPr>
            <p:nvPr/>
          </p:nvSpPr>
          <p:spPr bwMode="auto">
            <a:xfrm>
              <a:off x="1605417" y="17464972"/>
              <a:ext cx="9106125" cy="7848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9900">
                  <a:solidFill>
                    <a:schemeClr val="tx1"/>
                  </a:solidFill>
                  <a:latin typeface="Arial" charset="0"/>
                  <a:ea typeface="ＭＳ Ｐゴシック" charset="0"/>
                  <a:cs typeface="ＭＳ Ｐゴシック" charset="0"/>
                </a:defRPr>
              </a:lvl1pPr>
              <a:lvl2pPr marL="742950" indent="-285750" eaLnBrk="0" hangingPunct="0">
                <a:defRPr sz="9900">
                  <a:solidFill>
                    <a:schemeClr val="tx1"/>
                  </a:solidFill>
                  <a:latin typeface="Arial" charset="0"/>
                  <a:ea typeface="ＭＳ Ｐゴシック" charset="0"/>
                </a:defRPr>
              </a:lvl2pPr>
              <a:lvl3pPr marL="1143000" indent="-228600" eaLnBrk="0" hangingPunct="0">
                <a:defRPr sz="9900">
                  <a:solidFill>
                    <a:schemeClr val="tx1"/>
                  </a:solidFill>
                  <a:latin typeface="Arial" charset="0"/>
                  <a:ea typeface="ＭＳ Ｐゴシック" charset="0"/>
                </a:defRPr>
              </a:lvl3pPr>
              <a:lvl4pPr marL="1600200" indent="-228600" eaLnBrk="0" hangingPunct="0">
                <a:defRPr sz="9900">
                  <a:solidFill>
                    <a:schemeClr val="tx1"/>
                  </a:solidFill>
                  <a:latin typeface="Arial" charset="0"/>
                  <a:ea typeface="ＭＳ Ｐゴシック" charset="0"/>
                </a:defRPr>
              </a:lvl4pPr>
              <a:lvl5pPr marL="2057400" indent="-228600" eaLnBrk="0" hangingPunct="0">
                <a:defRPr sz="9900">
                  <a:solidFill>
                    <a:schemeClr val="tx1"/>
                  </a:solidFill>
                  <a:latin typeface="Arial" charset="0"/>
                  <a:ea typeface="ＭＳ Ｐゴシック" charset="0"/>
                </a:defRPr>
              </a:lvl5pPr>
              <a:lvl6pPr marL="2514600" indent="-228600" defTabSz="2506663" eaLnBrk="0" fontAlgn="base" hangingPunct="0">
                <a:spcBef>
                  <a:spcPct val="0"/>
                </a:spcBef>
                <a:spcAft>
                  <a:spcPct val="0"/>
                </a:spcAft>
                <a:defRPr sz="9900">
                  <a:solidFill>
                    <a:schemeClr val="tx1"/>
                  </a:solidFill>
                  <a:latin typeface="Arial" charset="0"/>
                  <a:ea typeface="ＭＳ Ｐゴシック" charset="0"/>
                </a:defRPr>
              </a:lvl6pPr>
              <a:lvl7pPr marL="2971800" indent="-228600" defTabSz="2506663" eaLnBrk="0" fontAlgn="base" hangingPunct="0">
                <a:spcBef>
                  <a:spcPct val="0"/>
                </a:spcBef>
                <a:spcAft>
                  <a:spcPct val="0"/>
                </a:spcAft>
                <a:defRPr sz="9900">
                  <a:solidFill>
                    <a:schemeClr val="tx1"/>
                  </a:solidFill>
                  <a:latin typeface="Arial" charset="0"/>
                  <a:ea typeface="ＭＳ Ｐゴシック" charset="0"/>
                </a:defRPr>
              </a:lvl7pPr>
              <a:lvl8pPr marL="3429000" indent="-228600" defTabSz="2506663" eaLnBrk="0" fontAlgn="base" hangingPunct="0">
                <a:spcBef>
                  <a:spcPct val="0"/>
                </a:spcBef>
                <a:spcAft>
                  <a:spcPct val="0"/>
                </a:spcAft>
                <a:defRPr sz="9900">
                  <a:solidFill>
                    <a:schemeClr val="tx1"/>
                  </a:solidFill>
                  <a:latin typeface="Arial" charset="0"/>
                  <a:ea typeface="ＭＳ Ｐゴシック" charset="0"/>
                </a:defRPr>
              </a:lvl8pPr>
              <a:lvl9pPr marL="3886200" indent="-228600" defTabSz="2506663" eaLnBrk="0" fontAlgn="base" hangingPunct="0">
                <a:spcBef>
                  <a:spcPct val="0"/>
                </a:spcBef>
                <a:spcAft>
                  <a:spcPct val="0"/>
                </a:spcAft>
                <a:defRPr sz="9900">
                  <a:solidFill>
                    <a:schemeClr val="tx1"/>
                  </a:solidFill>
                  <a:latin typeface="Arial" charset="0"/>
                  <a:ea typeface="ＭＳ Ｐゴシック" charset="0"/>
                </a:defRPr>
              </a:lvl9pPr>
            </a:lstStyle>
            <a:p>
              <a:pPr eaLnBrk="1" hangingPunct="1"/>
              <a:r>
                <a:rPr lang="en-US" sz="4500" b="1" dirty="0">
                  <a:solidFill>
                    <a:srgbClr val="D71920"/>
                  </a:solidFill>
                  <a:latin typeface="+mj-lt"/>
                  <a:cs typeface="Arial" charset="0"/>
                </a:rPr>
                <a:t>Motivation</a:t>
              </a:r>
            </a:p>
          </p:txBody>
        </p:sp>
        <p:cxnSp>
          <p:nvCxnSpPr>
            <p:cNvPr id="16" name="Straight Connector 15">
              <a:extLst>
                <a:ext uri="{FF2B5EF4-FFF2-40B4-BE49-F238E27FC236}">
                  <a16:creationId xmlns:a16="http://schemas.microsoft.com/office/drawing/2014/main" id="{F75FBFEC-0E81-9D30-8400-08776C474008}"/>
                </a:ext>
              </a:extLst>
            </p:cNvPr>
            <p:cNvCxnSpPr/>
            <p:nvPr/>
          </p:nvCxnSpPr>
          <p:spPr>
            <a:xfrm>
              <a:off x="1605417" y="17504228"/>
              <a:ext cx="9106125" cy="0"/>
            </a:xfrm>
            <a:prstGeom prst="line">
              <a:avLst/>
            </a:prstGeom>
            <a:ln w="63500">
              <a:solidFill>
                <a:schemeClr val="bg2"/>
              </a:solidFill>
            </a:ln>
          </p:spPr>
          <p:style>
            <a:lnRef idx="1">
              <a:schemeClr val="accent1"/>
            </a:lnRef>
            <a:fillRef idx="0">
              <a:schemeClr val="accent1"/>
            </a:fillRef>
            <a:effectRef idx="0">
              <a:schemeClr val="accent1"/>
            </a:effectRef>
            <a:fontRef idx="minor">
              <a:schemeClr val="tx1"/>
            </a:fontRef>
          </p:style>
        </p:cxnSp>
      </p:grpSp>
      <p:pic>
        <p:nvPicPr>
          <p:cNvPr id="33" name="Picture 32" descr="A graph of a number of shootings&#10;&#10;AI-generated content may be incorrect.">
            <a:extLst>
              <a:ext uri="{FF2B5EF4-FFF2-40B4-BE49-F238E27FC236}">
                <a16:creationId xmlns:a16="http://schemas.microsoft.com/office/drawing/2014/main" id="{233E2EFB-2AF5-FD41-DB20-E9C607FC5628}"/>
              </a:ext>
            </a:extLst>
          </p:cNvPr>
          <p:cNvPicPr>
            <a:picLocks noChangeAspect="1"/>
          </p:cNvPicPr>
          <p:nvPr/>
        </p:nvPicPr>
        <p:blipFill>
          <a:blip r:embed="rId8"/>
          <a:stretch>
            <a:fillRect/>
          </a:stretch>
        </p:blipFill>
        <p:spPr>
          <a:xfrm>
            <a:off x="1919460" y="26741349"/>
            <a:ext cx="9106124" cy="4286013"/>
          </a:xfrm>
          <a:prstGeom prst="rect">
            <a:avLst/>
          </a:prstGeom>
          <a:ln>
            <a:solidFill>
              <a:schemeClr val="tx1"/>
            </a:solidFill>
          </a:ln>
        </p:spPr>
      </p:pic>
      <p:sp>
        <p:nvSpPr>
          <p:cNvPr id="34" name="TextBox 33">
            <a:extLst>
              <a:ext uri="{FF2B5EF4-FFF2-40B4-BE49-F238E27FC236}">
                <a16:creationId xmlns:a16="http://schemas.microsoft.com/office/drawing/2014/main" id="{555564E9-6A52-A5BD-EB59-C3DC15DD3F7D}"/>
              </a:ext>
            </a:extLst>
          </p:cNvPr>
          <p:cNvSpPr txBox="1"/>
          <p:nvPr/>
        </p:nvSpPr>
        <p:spPr>
          <a:xfrm>
            <a:off x="1885887" y="31126452"/>
            <a:ext cx="9128490" cy="553998"/>
          </a:xfrm>
          <a:prstGeom prst="rect">
            <a:avLst/>
          </a:prstGeom>
          <a:noFill/>
        </p:spPr>
        <p:txBody>
          <a:bodyPr wrap="square" rtlCol="0">
            <a:spAutoFit/>
          </a:bodyPr>
          <a:lstStyle/>
          <a:p>
            <a:pPr algn="ctr"/>
            <a:r>
              <a:rPr lang="en-US" sz="3000" b="1" dirty="0"/>
              <a:t>Source:</a:t>
            </a:r>
            <a:r>
              <a:rPr lang="en-US" sz="3000" dirty="0"/>
              <a:t> Wikipedia &amp; business insider</a:t>
            </a:r>
          </a:p>
        </p:txBody>
      </p:sp>
      <p:pic>
        <p:nvPicPr>
          <p:cNvPr id="36" name="Picture 35" descr="A graph of a number of bars&#10;&#10;AI-generated content may be incorrect.">
            <a:extLst>
              <a:ext uri="{FF2B5EF4-FFF2-40B4-BE49-F238E27FC236}">
                <a16:creationId xmlns:a16="http://schemas.microsoft.com/office/drawing/2014/main" id="{90E5BC00-3F90-8E8A-56BD-AD3735982164}"/>
              </a:ext>
            </a:extLst>
          </p:cNvPr>
          <p:cNvPicPr>
            <a:picLocks noChangeAspect="1"/>
          </p:cNvPicPr>
          <p:nvPr/>
        </p:nvPicPr>
        <p:blipFill>
          <a:blip r:embed="rId9"/>
          <a:stretch>
            <a:fillRect/>
          </a:stretch>
        </p:blipFill>
        <p:spPr>
          <a:xfrm>
            <a:off x="11846251" y="7399516"/>
            <a:ext cx="9690347" cy="4783842"/>
          </a:xfrm>
          <a:prstGeom prst="rect">
            <a:avLst/>
          </a:prstGeom>
          <a:ln>
            <a:solidFill>
              <a:schemeClr val="tx1"/>
            </a:solidFill>
          </a:ln>
        </p:spPr>
      </p:pic>
      <p:sp>
        <p:nvSpPr>
          <p:cNvPr id="38" name="TextBox 37">
            <a:extLst>
              <a:ext uri="{FF2B5EF4-FFF2-40B4-BE49-F238E27FC236}">
                <a16:creationId xmlns:a16="http://schemas.microsoft.com/office/drawing/2014/main" id="{5E4A761A-AB84-6226-B053-72EEA824ED47}"/>
              </a:ext>
            </a:extLst>
          </p:cNvPr>
          <p:cNvSpPr txBox="1"/>
          <p:nvPr/>
        </p:nvSpPr>
        <p:spPr>
          <a:xfrm>
            <a:off x="11389573" y="12203104"/>
            <a:ext cx="10579752" cy="553998"/>
          </a:xfrm>
          <a:prstGeom prst="rect">
            <a:avLst/>
          </a:prstGeom>
          <a:noFill/>
        </p:spPr>
        <p:txBody>
          <a:bodyPr wrap="square" lIns="0" rIns="0" rtlCol="0">
            <a:spAutoFit/>
          </a:bodyPr>
          <a:lstStyle/>
          <a:p>
            <a:pPr algn="ctr"/>
            <a:r>
              <a:rPr lang="en-US" sz="3000" b="1" dirty="0"/>
              <a:t>Source:</a:t>
            </a:r>
            <a:r>
              <a:rPr lang="en-US" sz="3000" dirty="0"/>
              <a:t> Daily media &amp; National Law Enforcement Officers</a:t>
            </a:r>
          </a:p>
        </p:txBody>
      </p:sp>
      <p:sp>
        <p:nvSpPr>
          <p:cNvPr id="40" name="TextBox 18">
            <a:extLst>
              <a:ext uri="{FF2B5EF4-FFF2-40B4-BE49-F238E27FC236}">
                <a16:creationId xmlns:a16="http://schemas.microsoft.com/office/drawing/2014/main" id="{6D0D816D-D6BF-F3FA-AE35-2AC3C97F67CC}"/>
              </a:ext>
            </a:extLst>
          </p:cNvPr>
          <p:cNvSpPr txBox="1">
            <a:spLocks noChangeArrowheads="1"/>
          </p:cNvSpPr>
          <p:nvPr/>
        </p:nvSpPr>
        <p:spPr bwMode="auto">
          <a:xfrm>
            <a:off x="11673675" y="12870458"/>
            <a:ext cx="10081765" cy="19389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9900">
                <a:solidFill>
                  <a:schemeClr val="tx1"/>
                </a:solidFill>
                <a:latin typeface="Arial" charset="0"/>
                <a:ea typeface="ＭＳ Ｐゴシック" charset="0"/>
                <a:cs typeface="ＭＳ Ｐゴシック" charset="0"/>
              </a:defRPr>
            </a:lvl1pPr>
            <a:lvl2pPr marL="742950" indent="-285750" eaLnBrk="0" hangingPunct="0">
              <a:defRPr sz="9900">
                <a:solidFill>
                  <a:schemeClr val="tx1"/>
                </a:solidFill>
                <a:latin typeface="Arial" charset="0"/>
                <a:ea typeface="ＭＳ Ｐゴシック" charset="0"/>
              </a:defRPr>
            </a:lvl2pPr>
            <a:lvl3pPr marL="1143000" indent="-228600" eaLnBrk="0" hangingPunct="0">
              <a:defRPr sz="9900">
                <a:solidFill>
                  <a:schemeClr val="tx1"/>
                </a:solidFill>
                <a:latin typeface="Arial" charset="0"/>
                <a:ea typeface="ＭＳ Ｐゴシック" charset="0"/>
              </a:defRPr>
            </a:lvl3pPr>
            <a:lvl4pPr marL="1600200" indent="-228600" eaLnBrk="0" hangingPunct="0">
              <a:defRPr sz="9900">
                <a:solidFill>
                  <a:schemeClr val="tx1"/>
                </a:solidFill>
                <a:latin typeface="Arial" charset="0"/>
                <a:ea typeface="ＭＳ Ｐゴシック" charset="0"/>
              </a:defRPr>
            </a:lvl4pPr>
            <a:lvl5pPr marL="2057400" indent="-228600" eaLnBrk="0" hangingPunct="0">
              <a:defRPr sz="9900">
                <a:solidFill>
                  <a:schemeClr val="tx1"/>
                </a:solidFill>
                <a:latin typeface="Arial" charset="0"/>
                <a:ea typeface="ＭＳ Ｐゴシック" charset="0"/>
              </a:defRPr>
            </a:lvl5pPr>
            <a:lvl6pPr marL="2514600" indent="-228600" defTabSz="2506663" eaLnBrk="0" fontAlgn="base" hangingPunct="0">
              <a:spcBef>
                <a:spcPct val="0"/>
              </a:spcBef>
              <a:spcAft>
                <a:spcPct val="0"/>
              </a:spcAft>
              <a:defRPr sz="9900">
                <a:solidFill>
                  <a:schemeClr val="tx1"/>
                </a:solidFill>
                <a:latin typeface="Arial" charset="0"/>
                <a:ea typeface="ＭＳ Ｐゴシック" charset="0"/>
              </a:defRPr>
            </a:lvl6pPr>
            <a:lvl7pPr marL="2971800" indent="-228600" defTabSz="2506663" eaLnBrk="0" fontAlgn="base" hangingPunct="0">
              <a:spcBef>
                <a:spcPct val="0"/>
              </a:spcBef>
              <a:spcAft>
                <a:spcPct val="0"/>
              </a:spcAft>
              <a:defRPr sz="9900">
                <a:solidFill>
                  <a:schemeClr val="tx1"/>
                </a:solidFill>
                <a:latin typeface="Arial" charset="0"/>
                <a:ea typeface="ＭＳ Ｐゴシック" charset="0"/>
              </a:defRPr>
            </a:lvl7pPr>
            <a:lvl8pPr marL="3429000" indent="-228600" defTabSz="2506663" eaLnBrk="0" fontAlgn="base" hangingPunct="0">
              <a:spcBef>
                <a:spcPct val="0"/>
              </a:spcBef>
              <a:spcAft>
                <a:spcPct val="0"/>
              </a:spcAft>
              <a:defRPr sz="9900">
                <a:solidFill>
                  <a:schemeClr val="tx1"/>
                </a:solidFill>
                <a:latin typeface="Arial" charset="0"/>
                <a:ea typeface="ＭＳ Ｐゴシック" charset="0"/>
              </a:defRPr>
            </a:lvl8pPr>
            <a:lvl9pPr marL="3886200" indent="-228600" defTabSz="2506663" eaLnBrk="0" fontAlgn="base" hangingPunct="0">
              <a:spcBef>
                <a:spcPct val="0"/>
              </a:spcBef>
              <a:spcAft>
                <a:spcPct val="0"/>
              </a:spcAft>
              <a:defRPr sz="9900">
                <a:solidFill>
                  <a:schemeClr val="tx1"/>
                </a:solidFill>
                <a:latin typeface="Arial" charset="0"/>
                <a:ea typeface="ＭＳ Ｐゴシック" charset="0"/>
              </a:defRPr>
            </a:lvl9pPr>
          </a:lstStyle>
          <a:p>
            <a:r>
              <a:rPr lang="ja-JP" altLang="en-US" sz="3000" dirty="0"/>
              <a:t>● </a:t>
            </a:r>
            <a:r>
              <a:rPr lang="en-US" altLang="ja-JP" sz="3000" dirty="0"/>
              <a:t>If we see on last five years gunshot events in USA on 	an average </a:t>
            </a:r>
            <a:r>
              <a:rPr lang="en-US" altLang="ja-JP" sz="3000" b="1" dirty="0"/>
              <a:t>630 events</a:t>
            </a:r>
            <a:r>
              <a:rPr lang="en-US" altLang="ja-JP" sz="3000" dirty="0"/>
              <a:t> occurred.</a:t>
            </a:r>
          </a:p>
          <a:p>
            <a:r>
              <a:rPr lang="ja-JP" altLang="en-US" sz="3000" dirty="0"/>
              <a:t>● </a:t>
            </a:r>
            <a:r>
              <a:rPr lang="en-US" altLang="ja-JP" sz="3000" dirty="0"/>
              <a:t>For the same years, police officers were killed on an 	average is	</a:t>
            </a:r>
            <a:r>
              <a:rPr lang="en-US" altLang="ja-JP" sz="3000" b="1" dirty="0"/>
              <a:t>53 officers</a:t>
            </a:r>
            <a:r>
              <a:rPr lang="en-US" altLang="ja-JP" sz="3000" dirty="0"/>
              <a:t>.</a:t>
            </a:r>
            <a:endParaRPr lang="en-US" sz="3000" dirty="0"/>
          </a:p>
        </p:txBody>
      </p:sp>
      <p:pic>
        <p:nvPicPr>
          <p:cNvPr id="41" name="Picture 40">
            <a:extLst>
              <a:ext uri="{FF2B5EF4-FFF2-40B4-BE49-F238E27FC236}">
                <a16:creationId xmlns:a16="http://schemas.microsoft.com/office/drawing/2014/main" id="{7AB5F472-A208-1104-8660-2FCCB7814432}"/>
              </a:ext>
            </a:extLst>
          </p:cNvPr>
          <p:cNvPicPr>
            <a:picLocks noChangeAspect="1"/>
          </p:cNvPicPr>
          <p:nvPr/>
        </p:nvPicPr>
        <p:blipFill>
          <a:blip r:embed="rId10"/>
          <a:stretch>
            <a:fillRect/>
          </a:stretch>
        </p:blipFill>
        <p:spPr>
          <a:xfrm>
            <a:off x="28542117" y="15429779"/>
            <a:ext cx="3193930" cy="1987805"/>
          </a:xfrm>
          <a:prstGeom prst="rect">
            <a:avLst/>
          </a:prstGeom>
          <a:ln>
            <a:solidFill>
              <a:schemeClr val="tx1"/>
            </a:solidFill>
          </a:ln>
        </p:spPr>
      </p:pic>
      <p:sp>
        <p:nvSpPr>
          <p:cNvPr id="42" name="TextBox 18">
            <a:extLst>
              <a:ext uri="{FF2B5EF4-FFF2-40B4-BE49-F238E27FC236}">
                <a16:creationId xmlns:a16="http://schemas.microsoft.com/office/drawing/2014/main" id="{BF6574B2-2B80-1688-CE12-AFF4F3B4AB52}"/>
              </a:ext>
            </a:extLst>
          </p:cNvPr>
          <p:cNvSpPr txBox="1">
            <a:spLocks noChangeArrowheads="1"/>
          </p:cNvSpPr>
          <p:nvPr/>
        </p:nvSpPr>
        <p:spPr bwMode="auto">
          <a:xfrm>
            <a:off x="22354603" y="25767764"/>
            <a:ext cx="9108513" cy="5539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9900">
                <a:solidFill>
                  <a:schemeClr val="tx1"/>
                </a:solidFill>
                <a:latin typeface="Arial" charset="0"/>
                <a:ea typeface="ＭＳ Ｐゴシック" charset="0"/>
                <a:cs typeface="ＭＳ Ｐゴシック" charset="0"/>
              </a:defRPr>
            </a:lvl1pPr>
            <a:lvl2pPr marL="742950" indent="-285750" eaLnBrk="0" hangingPunct="0">
              <a:defRPr sz="9900">
                <a:solidFill>
                  <a:schemeClr val="tx1"/>
                </a:solidFill>
                <a:latin typeface="Arial" charset="0"/>
                <a:ea typeface="ＭＳ Ｐゴシック" charset="0"/>
              </a:defRPr>
            </a:lvl2pPr>
            <a:lvl3pPr marL="1143000" indent="-228600" eaLnBrk="0" hangingPunct="0">
              <a:defRPr sz="9900">
                <a:solidFill>
                  <a:schemeClr val="tx1"/>
                </a:solidFill>
                <a:latin typeface="Arial" charset="0"/>
                <a:ea typeface="ＭＳ Ｐゴシック" charset="0"/>
              </a:defRPr>
            </a:lvl3pPr>
            <a:lvl4pPr marL="1600200" indent="-228600" eaLnBrk="0" hangingPunct="0">
              <a:defRPr sz="9900">
                <a:solidFill>
                  <a:schemeClr val="tx1"/>
                </a:solidFill>
                <a:latin typeface="Arial" charset="0"/>
                <a:ea typeface="ＭＳ Ｐゴシック" charset="0"/>
              </a:defRPr>
            </a:lvl4pPr>
            <a:lvl5pPr marL="2057400" indent="-228600" eaLnBrk="0" hangingPunct="0">
              <a:defRPr sz="9900">
                <a:solidFill>
                  <a:schemeClr val="tx1"/>
                </a:solidFill>
                <a:latin typeface="Arial" charset="0"/>
                <a:ea typeface="ＭＳ Ｐゴシック" charset="0"/>
              </a:defRPr>
            </a:lvl5pPr>
            <a:lvl6pPr marL="2514600" indent="-228600" defTabSz="2506663" eaLnBrk="0" fontAlgn="base" hangingPunct="0">
              <a:spcBef>
                <a:spcPct val="0"/>
              </a:spcBef>
              <a:spcAft>
                <a:spcPct val="0"/>
              </a:spcAft>
              <a:defRPr sz="9900">
                <a:solidFill>
                  <a:schemeClr val="tx1"/>
                </a:solidFill>
                <a:latin typeface="Arial" charset="0"/>
                <a:ea typeface="ＭＳ Ｐゴシック" charset="0"/>
              </a:defRPr>
            </a:lvl6pPr>
            <a:lvl7pPr marL="2971800" indent="-228600" defTabSz="2506663" eaLnBrk="0" fontAlgn="base" hangingPunct="0">
              <a:spcBef>
                <a:spcPct val="0"/>
              </a:spcBef>
              <a:spcAft>
                <a:spcPct val="0"/>
              </a:spcAft>
              <a:defRPr sz="9900">
                <a:solidFill>
                  <a:schemeClr val="tx1"/>
                </a:solidFill>
                <a:latin typeface="Arial" charset="0"/>
                <a:ea typeface="ＭＳ Ｐゴシック" charset="0"/>
              </a:defRPr>
            </a:lvl7pPr>
            <a:lvl8pPr marL="3429000" indent="-228600" defTabSz="2506663" eaLnBrk="0" fontAlgn="base" hangingPunct="0">
              <a:spcBef>
                <a:spcPct val="0"/>
              </a:spcBef>
              <a:spcAft>
                <a:spcPct val="0"/>
              </a:spcAft>
              <a:defRPr sz="9900">
                <a:solidFill>
                  <a:schemeClr val="tx1"/>
                </a:solidFill>
                <a:latin typeface="Arial" charset="0"/>
                <a:ea typeface="ＭＳ Ｐゴシック" charset="0"/>
              </a:defRPr>
            </a:lvl8pPr>
            <a:lvl9pPr marL="3886200" indent="-228600" defTabSz="2506663" eaLnBrk="0" fontAlgn="base" hangingPunct="0">
              <a:spcBef>
                <a:spcPct val="0"/>
              </a:spcBef>
              <a:spcAft>
                <a:spcPct val="0"/>
              </a:spcAft>
              <a:defRPr sz="9900">
                <a:solidFill>
                  <a:schemeClr val="tx1"/>
                </a:solidFill>
                <a:latin typeface="Arial" charset="0"/>
                <a:ea typeface="ＭＳ Ｐゴシック" charset="0"/>
              </a:defRPr>
            </a:lvl9pPr>
          </a:lstStyle>
          <a:p>
            <a:r>
              <a:rPr lang="en-US" altLang="ja-JP" sz="3000" b="1" dirty="0"/>
              <a:t>3)</a:t>
            </a:r>
            <a:r>
              <a:rPr lang="ja-JP" altLang="en-US" sz="3000" b="1" dirty="0"/>
              <a:t> </a:t>
            </a:r>
            <a:r>
              <a:rPr lang="en-US" altLang="ja-JP" sz="3000" b="1" dirty="0"/>
              <a:t>Trained CNN model with gunshot audio</a:t>
            </a:r>
            <a:endParaRPr lang="en-US" sz="3000" b="1" dirty="0"/>
          </a:p>
        </p:txBody>
      </p:sp>
      <p:pic>
        <p:nvPicPr>
          <p:cNvPr id="99" name="Picture 98" descr="A group of images of a graph&#10;&#10;AI-generated content may be incorrect.">
            <a:extLst>
              <a:ext uri="{FF2B5EF4-FFF2-40B4-BE49-F238E27FC236}">
                <a16:creationId xmlns:a16="http://schemas.microsoft.com/office/drawing/2014/main" id="{42808EBB-35B4-AB81-7D16-0CBB27A9EF95}"/>
              </a:ext>
            </a:extLst>
          </p:cNvPr>
          <p:cNvPicPr>
            <a:picLocks noChangeAspect="1"/>
          </p:cNvPicPr>
          <p:nvPr/>
        </p:nvPicPr>
        <p:blipFill>
          <a:blip r:embed="rId11"/>
          <a:stretch>
            <a:fillRect/>
          </a:stretch>
        </p:blipFill>
        <p:spPr>
          <a:xfrm>
            <a:off x="22821341" y="29108400"/>
            <a:ext cx="2735037" cy="2370366"/>
          </a:xfrm>
          <a:prstGeom prst="rect">
            <a:avLst/>
          </a:prstGeom>
          <a:ln>
            <a:solidFill>
              <a:schemeClr val="tx1"/>
            </a:solidFill>
          </a:ln>
        </p:spPr>
      </p:pic>
      <p:sp>
        <p:nvSpPr>
          <p:cNvPr id="111" name="TextBox 110">
            <a:extLst>
              <a:ext uri="{FF2B5EF4-FFF2-40B4-BE49-F238E27FC236}">
                <a16:creationId xmlns:a16="http://schemas.microsoft.com/office/drawing/2014/main" id="{95339FEA-95FF-B9BB-AAD6-3544ECA8C39D}"/>
              </a:ext>
            </a:extLst>
          </p:cNvPr>
          <p:cNvSpPr txBox="1"/>
          <p:nvPr/>
        </p:nvSpPr>
        <p:spPr>
          <a:xfrm>
            <a:off x="22054982" y="31489324"/>
            <a:ext cx="4267753" cy="461665"/>
          </a:xfrm>
          <a:prstGeom prst="rect">
            <a:avLst/>
          </a:prstGeom>
          <a:ln>
            <a:noFill/>
          </a:ln>
        </p:spPr>
        <p:style>
          <a:lnRef idx="2">
            <a:schemeClr val="dk1"/>
          </a:lnRef>
          <a:fillRef idx="1">
            <a:schemeClr val="lt1"/>
          </a:fillRef>
          <a:effectRef idx="0">
            <a:schemeClr val="dk1"/>
          </a:effectRef>
          <a:fontRef idx="minor">
            <a:schemeClr val="dk1"/>
          </a:fontRef>
        </p:style>
        <p:txBody>
          <a:bodyPr wrap="square" lIns="0" tIns="0" rIns="0" bIns="0" rtlCol="0">
            <a:spAutoFit/>
          </a:bodyPr>
          <a:lstStyle>
            <a:defPPr>
              <a:defRPr lang="en-US"/>
            </a:defPPr>
            <a:lvl1pPr algn="ctr">
              <a:defRPr sz="4000" b="1">
                <a:effectLst/>
              </a:defRPr>
            </a:lvl1pPr>
          </a:lstStyle>
          <a:p>
            <a:r>
              <a:rPr lang="en-US" sz="3000" dirty="0">
                <a:solidFill>
                  <a:schemeClr val="tx1"/>
                </a:solidFill>
              </a:rPr>
              <a:t>Input verification</a:t>
            </a:r>
          </a:p>
        </p:txBody>
      </p:sp>
      <p:pic>
        <p:nvPicPr>
          <p:cNvPr id="97" name="Picture 96" descr="A graph of numbers and colors&#10;&#10;AI-generated content may be incorrect.">
            <a:extLst>
              <a:ext uri="{FF2B5EF4-FFF2-40B4-BE49-F238E27FC236}">
                <a16:creationId xmlns:a16="http://schemas.microsoft.com/office/drawing/2014/main" id="{AFE5F9EC-4A04-01E1-8E2B-6EB60F7C751A}"/>
              </a:ext>
            </a:extLst>
          </p:cNvPr>
          <p:cNvPicPr>
            <a:picLocks noChangeAspect="1"/>
          </p:cNvPicPr>
          <p:nvPr/>
        </p:nvPicPr>
        <p:blipFill>
          <a:blip r:embed="rId12"/>
          <a:stretch>
            <a:fillRect/>
          </a:stretch>
        </p:blipFill>
        <p:spPr>
          <a:xfrm>
            <a:off x="28660377" y="29108400"/>
            <a:ext cx="2735037" cy="2370366"/>
          </a:xfrm>
          <a:prstGeom prst="rect">
            <a:avLst/>
          </a:prstGeom>
          <a:ln>
            <a:solidFill>
              <a:schemeClr val="tx1"/>
            </a:solidFill>
          </a:ln>
        </p:spPr>
      </p:pic>
      <p:sp>
        <p:nvSpPr>
          <p:cNvPr id="121" name="TextBox 120">
            <a:extLst>
              <a:ext uri="{FF2B5EF4-FFF2-40B4-BE49-F238E27FC236}">
                <a16:creationId xmlns:a16="http://schemas.microsoft.com/office/drawing/2014/main" id="{580FC87E-53DA-0372-170C-9D7B305BE7F9}"/>
              </a:ext>
            </a:extLst>
          </p:cNvPr>
          <p:cNvSpPr txBox="1"/>
          <p:nvPr/>
        </p:nvSpPr>
        <p:spPr>
          <a:xfrm>
            <a:off x="27709638" y="31489323"/>
            <a:ext cx="4636514" cy="461665"/>
          </a:xfrm>
          <a:prstGeom prst="rect">
            <a:avLst/>
          </a:prstGeom>
          <a:ln>
            <a:noFill/>
          </a:ln>
        </p:spPr>
        <p:style>
          <a:lnRef idx="2">
            <a:schemeClr val="dk1"/>
          </a:lnRef>
          <a:fillRef idx="1">
            <a:schemeClr val="lt1"/>
          </a:fillRef>
          <a:effectRef idx="0">
            <a:schemeClr val="dk1"/>
          </a:effectRef>
          <a:fontRef idx="minor">
            <a:schemeClr val="dk1"/>
          </a:fontRef>
        </p:style>
        <p:txBody>
          <a:bodyPr wrap="square" lIns="0" tIns="0" rIns="0" bIns="0" rtlCol="0">
            <a:spAutoFit/>
          </a:bodyPr>
          <a:lstStyle>
            <a:defPPr>
              <a:defRPr lang="en-US"/>
            </a:defPPr>
            <a:lvl1pPr algn="ctr">
              <a:defRPr sz="3000" b="1">
                <a:effectLst/>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Output verification</a:t>
            </a:r>
          </a:p>
        </p:txBody>
      </p:sp>
      <p:sp>
        <p:nvSpPr>
          <p:cNvPr id="43" name="TextBox 18">
            <a:extLst>
              <a:ext uri="{FF2B5EF4-FFF2-40B4-BE49-F238E27FC236}">
                <a16:creationId xmlns:a16="http://schemas.microsoft.com/office/drawing/2014/main" id="{B7139224-5270-AB86-4CBB-CEC0CDBB2335}"/>
              </a:ext>
            </a:extLst>
          </p:cNvPr>
          <p:cNvSpPr txBox="1">
            <a:spLocks noChangeArrowheads="1"/>
          </p:cNvSpPr>
          <p:nvPr/>
        </p:nvSpPr>
        <p:spPr bwMode="auto">
          <a:xfrm>
            <a:off x="27313360" y="24785538"/>
            <a:ext cx="4454329" cy="830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9900">
                <a:solidFill>
                  <a:schemeClr val="tx1"/>
                </a:solidFill>
                <a:latin typeface="Arial" charset="0"/>
                <a:ea typeface="ＭＳ Ｐゴシック" charset="0"/>
                <a:cs typeface="ＭＳ Ｐゴシック" charset="0"/>
              </a:defRPr>
            </a:lvl1pPr>
            <a:lvl2pPr marL="742950" indent="-285750" eaLnBrk="0" hangingPunct="0">
              <a:defRPr sz="9900">
                <a:solidFill>
                  <a:schemeClr val="tx1"/>
                </a:solidFill>
                <a:latin typeface="Arial" charset="0"/>
                <a:ea typeface="ＭＳ Ｐゴシック" charset="0"/>
              </a:defRPr>
            </a:lvl2pPr>
            <a:lvl3pPr marL="1143000" indent="-228600" eaLnBrk="0" hangingPunct="0">
              <a:defRPr sz="9900">
                <a:solidFill>
                  <a:schemeClr val="tx1"/>
                </a:solidFill>
                <a:latin typeface="Arial" charset="0"/>
                <a:ea typeface="ＭＳ Ｐゴシック" charset="0"/>
              </a:defRPr>
            </a:lvl3pPr>
            <a:lvl4pPr marL="1600200" indent="-228600" eaLnBrk="0" hangingPunct="0">
              <a:defRPr sz="9900">
                <a:solidFill>
                  <a:schemeClr val="tx1"/>
                </a:solidFill>
                <a:latin typeface="Arial" charset="0"/>
                <a:ea typeface="ＭＳ Ｐゴシック" charset="0"/>
              </a:defRPr>
            </a:lvl4pPr>
            <a:lvl5pPr marL="2057400" indent="-228600" eaLnBrk="0" hangingPunct="0">
              <a:defRPr sz="9900">
                <a:solidFill>
                  <a:schemeClr val="tx1"/>
                </a:solidFill>
                <a:latin typeface="Arial" charset="0"/>
                <a:ea typeface="ＭＳ Ｐゴシック" charset="0"/>
              </a:defRPr>
            </a:lvl5pPr>
            <a:lvl6pPr marL="2514600" indent="-228600" defTabSz="2506663" eaLnBrk="0" fontAlgn="base" hangingPunct="0">
              <a:spcBef>
                <a:spcPct val="0"/>
              </a:spcBef>
              <a:spcAft>
                <a:spcPct val="0"/>
              </a:spcAft>
              <a:defRPr sz="9900">
                <a:solidFill>
                  <a:schemeClr val="tx1"/>
                </a:solidFill>
                <a:latin typeface="Arial" charset="0"/>
                <a:ea typeface="ＭＳ Ｐゴシック" charset="0"/>
              </a:defRPr>
            </a:lvl6pPr>
            <a:lvl7pPr marL="2971800" indent="-228600" defTabSz="2506663" eaLnBrk="0" fontAlgn="base" hangingPunct="0">
              <a:spcBef>
                <a:spcPct val="0"/>
              </a:spcBef>
              <a:spcAft>
                <a:spcPct val="0"/>
              </a:spcAft>
              <a:defRPr sz="9900">
                <a:solidFill>
                  <a:schemeClr val="tx1"/>
                </a:solidFill>
                <a:latin typeface="Arial" charset="0"/>
                <a:ea typeface="ＭＳ Ｐゴシック" charset="0"/>
              </a:defRPr>
            </a:lvl7pPr>
            <a:lvl8pPr marL="3429000" indent="-228600" defTabSz="2506663" eaLnBrk="0" fontAlgn="base" hangingPunct="0">
              <a:spcBef>
                <a:spcPct val="0"/>
              </a:spcBef>
              <a:spcAft>
                <a:spcPct val="0"/>
              </a:spcAft>
              <a:defRPr sz="9900">
                <a:solidFill>
                  <a:schemeClr val="tx1"/>
                </a:solidFill>
                <a:latin typeface="Arial" charset="0"/>
                <a:ea typeface="ＭＳ Ｐゴシック" charset="0"/>
              </a:defRPr>
            </a:lvl8pPr>
            <a:lvl9pPr marL="3886200" indent="-228600" defTabSz="2506663" eaLnBrk="0" fontAlgn="base" hangingPunct="0">
              <a:spcBef>
                <a:spcPct val="0"/>
              </a:spcBef>
              <a:spcAft>
                <a:spcPct val="0"/>
              </a:spcAft>
              <a:defRPr sz="9900">
                <a:solidFill>
                  <a:schemeClr val="tx1"/>
                </a:solidFill>
                <a:latin typeface="Arial" charset="0"/>
                <a:ea typeface="ＭＳ Ｐゴシック" charset="0"/>
              </a:defRPr>
            </a:lvl9pPr>
          </a:lstStyle>
          <a:p>
            <a:pPr algn="ctr"/>
            <a:r>
              <a:rPr lang="en-US" altLang="ja-JP" sz="2400" dirty="0"/>
              <a:t>SPL spectra for the various operations at 2850RPM</a:t>
            </a:r>
            <a:endParaRPr lang="en-US" sz="2400" dirty="0"/>
          </a:p>
        </p:txBody>
      </p:sp>
      <p:pic>
        <p:nvPicPr>
          <p:cNvPr id="44" name="Picture 43">
            <a:extLst>
              <a:ext uri="{FF2B5EF4-FFF2-40B4-BE49-F238E27FC236}">
                <a16:creationId xmlns:a16="http://schemas.microsoft.com/office/drawing/2014/main" id="{060A0F88-22B0-7335-C8B1-9427878C95AF}"/>
              </a:ext>
            </a:extLst>
          </p:cNvPr>
          <p:cNvPicPr>
            <a:picLocks noChangeAspect="1"/>
          </p:cNvPicPr>
          <p:nvPr/>
        </p:nvPicPr>
        <p:blipFill>
          <a:blip r:embed="rId13"/>
          <a:stretch>
            <a:fillRect/>
          </a:stretch>
        </p:blipFill>
        <p:spPr>
          <a:xfrm>
            <a:off x="22289289" y="19062416"/>
            <a:ext cx="4267752" cy="5558615"/>
          </a:xfrm>
          <a:prstGeom prst="rect">
            <a:avLst/>
          </a:prstGeom>
        </p:spPr>
      </p:pic>
      <p:pic>
        <p:nvPicPr>
          <p:cNvPr id="45" name="Picture 44">
            <a:extLst>
              <a:ext uri="{FF2B5EF4-FFF2-40B4-BE49-F238E27FC236}">
                <a16:creationId xmlns:a16="http://schemas.microsoft.com/office/drawing/2014/main" id="{CAC5C298-2160-96F9-86D7-ADD2B04B43D7}"/>
              </a:ext>
            </a:extLst>
          </p:cNvPr>
          <p:cNvPicPr>
            <a:picLocks noChangeAspect="1"/>
          </p:cNvPicPr>
          <p:nvPr/>
        </p:nvPicPr>
        <p:blipFill>
          <a:blip r:embed="rId14"/>
          <a:stretch>
            <a:fillRect/>
          </a:stretch>
        </p:blipFill>
        <p:spPr>
          <a:xfrm>
            <a:off x="27119336" y="19137045"/>
            <a:ext cx="4696831" cy="5223445"/>
          </a:xfrm>
          <a:prstGeom prst="rect">
            <a:avLst/>
          </a:prstGeom>
        </p:spPr>
      </p:pic>
    </p:spTree>
    <p:extLst>
      <p:ext uri="{BB962C8B-B14F-4D97-AF65-F5344CB8AC3E}">
        <p14:creationId xmlns:p14="http://schemas.microsoft.com/office/powerpoint/2010/main" val="1970999870"/>
      </p:ext>
    </p:extLst>
  </p:cSld>
  <p:clrMapOvr>
    <a:masterClrMapping/>
  </p:clrMapOvr>
</p:sld>
</file>

<file path=ppt/theme/theme1.xml><?xml version="1.0" encoding="utf-8"?>
<a:theme xmlns:a="http://schemas.openxmlformats.org/drawingml/2006/main" name="Office Theme">
  <a:themeElements>
    <a:clrScheme name="UNOMAHA">
      <a:dk1>
        <a:srgbClr val="000000"/>
      </a:dk1>
      <a:lt1>
        <a:srgbClr val="FFFFFF"/>
      </a:lt1>
      <a:dk2>
        <a:srgbClr val="626568"/>
      </a:dk2>
      <a:lt2>
        <a:srgbClr val="E7E6E6"/>
      </a:lt2>
      <a:accent1>
        <a:srgbClr val="FF0000"/>
      </a:accent1>
      <a:accent2>
        <a:srgbClr val="AB0000"/>
      </a:accent2>
      <a:accent3>
        <a:srgbClr val="6A0000"/>
      </a:accent3>
      <a:accent4>
        <a:srgbClr val="370000"/>
      </a:accent4>
      <a:accent5>
        <a:srgbClr val="000000"/>
      </a:accent5>
      <a:accent6>
        <a:srgbClr val="454545"/>
      </a:accent6>
      <a:hlink>
        <a:srgbClr val="D61920"/>
      </a:hlink>
      <a:folHlink>
        <a:srgbClr val="BCBBB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3B4EE1ED631E14D85A24939D16C8936" ma:contentTypeVersion="13" ma:contentTypeDescription="Create a new document." ma:contentTypeScope="" ma:versionID="6017f67bb77ff6d9be2d221c77aa995f">
  <xsd:schema xmlns:xsd="http://www.w3.org/2001/XMLSchema" xmlns:xs="http://www.w3.org/2001/XMLSchema" xmlns:p="http://schemas.microsoft.com/office/2006/metadata/properties" xmlns:ns2="95982f6c-2172-479f-8b01-dd33fa6fbe04" xmlns:ns3="f6da95f1-0d27-4b84-83fb-450c771ae8a8" targetNamespace="http://schemas.microsoft.com/office/2006/metadata/properties" ma:root="true" ma:fieldsID="a3e421abf5162528b1592d7606c61c29" ns2:_="" ns3:_="">
    <xsd:import namespace="95982f6c-2172-479f-8b01-dd33fa6fbe04"/>
    <xsd:import namespace="f6da95f1-0d27-4b84-83fb-450c771ae8a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982f6c-2172-479f-8b01-dd33fa6fbe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6da95f1-0d27-4b84-83fb-450c771ae8a8"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B962A3D-8F9E-44B6-9A8C-2355DEF091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5982f6c-2172-479f-8b01-dd33fa6fbe04"/>
    <ds:schemaRef ds:uri="f6da95f1-0d27-4b84-83fb-450c771ae8a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240B079-DCDC-4152-8CA1-C79743DC4937}">
  <ds:schemaRefs>
    <ds:schemaRef ds:uri="http://schemas.microsoft.com/sharepoint/v3/contenttype/forms"/>
  </ds:schemaRefs>
</ds:datastoreItem>
</file>

<file path=customXml/itemProps3.xml><?xml version="1.0" encoding="utf-8"?>
<ds:datastoreItem xmlns:ds="http://schemas.openxmlformats.org/officeDocument/2006/customXml" ds:itemID="{41446E62-5977-4265-9915-0DB49DAAE71F}">
  <ds:schemaRefs>
    <ds:schemaRef ds:uri="http://schemas.microsoft.com/office/2006/metadata/properties"/>
    <ds:schemaRef ds:uri="http://www.w3.org/XML/1998/namespace"/>
    <ds:schemaRef ds:uri="http://purl.org/dc/elements/1.1/"/>
    <ds:schemaRef ds:uri="http://purl.org/dc/dcmitype/"/>
    <ds:schemaRef ds:uri="http://schemas.microsoft.com/office/2006/documentManagement/types"/>
    <ds:schemaRef ds:uri="95982f6c-2172-479f-8b01-dd33fa6fbe04"/>
    <ds:schemaRef ds:uri="http://purl.org/dc/terms/"/>
    <ds:schemaRef ds:uri="http://schemas.microsoft.com/office/infopath/2007/PartnerControls"/>
    <ds:schemaRef ds:uri="http://schemas.openxmlformats.org/package/2006/metadata/core-properties"/>
    <ds:schemaRef ds:uri="f6da95f1-0d27-4b84-83fb-450c771ae8a8"/>
  </ds:schemaRefs>
</ds:datastoreItem>
</file>

<file path=docProps/app.xml><?xml version="1.0" encoding="utf-8"?>
<Properties xmlns="http://schemas.openxmlformats.org/officeDocument/2006/extended-properties" xmlns:vt="http://schemas.openxmlformats.org/officeDocument/2006/docPropsVTypes">
  <Template>Office Theme</Template>
  <TotalTime>467</TotalTime>
  <Words>875</Words>
  <Application>Microsoft Macintosh PowerPoint</Application>
  <PresentationFormat>Custom</PresentationFormat>
  <Paragraphs>68</Paragraphs>
  <Slides>1</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Office Theme</vt:lpstr>
      <vt:lpstr>Noise Reduction and Sound Source Localization for UAV</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ACADEMIC RESEARCH POSTER TEMPLATE</dc:title>
  <dc:creator>Angie Kennedy</dc:creator>
  <cp:lastModifiedBy>Peng Jiang</cp:lastModifiedBy>
  <cp:revision>123</cp:revision>
  <dcterms:created xsi:type="dcterms:W3CDTF">2020-12-14T23:09:42Z</dcterms:created>
  <dcterms:modified xsi:type="dcterms:W3CDTF">2025-11-18T02:09:08Z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0x01010053B4EE1ED631E14D85A24939D16C8936</vt:lpwstr>
  </property>
</Properties>
</file>
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489" r:id="rId2"/>
    <p:sldId id="490" r:id="rId3"/>
    <p:sldId id="555" r:id="rId4"/>
    <p:sldId id="557" r:id="rId5"/>
    <p:sldId id="556" r:id="rId6"/>
    <p:sldId id="541" r:id="rId7"/>
    <p:sldId id="561" r:id="rId8"/>
    <p:sldId id="564" r:id="rId9"/>
    <p:sldId id="563" r:id="rId10"/>
    <p:sldId id="566" r:id="rId11"/>
    <p:sldId id="49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331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58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4T22:16:43.9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2976 24575,'544'0'0,"-538"0"0,-1 0 0,0 0 0,1-1 0,-1 0 0,0 0 0,1 0 0,-1-1 0,0 1 0,0-1 0,0-1 0,0 1 0,-1-1 0,1 1 0,-1-1 0,1-1 0,-1 1 0,0 0 0,4-5 0,-1-1 0,0-1 0,-1 1 0,0-1 0,-1 0 0,0-1 0,0 1 0,4-17 0,19-89 0,-3 7 0,-14 67 0,10-32 0,-19 69 0,0-1 0,1 1 0,-1 0 0,1 0 0,0 0 0,1 0 0,-1 0 0,1 1 0,7-8 0,-11 12 0,0-1 0,1 1 0,-1 0 0,1-1 0,-1 1 0,1 0 0,-1-1 0,1 1 0,-1 0 0,1 0 0,-1 0 0,1-1 0,-1 1 0,1 0 0,-1 0 0,1 0 0,0 0 0,-1 0 0,1 0 0,-1 0 0,1 0 0,-1 0 0,1 0 0,-1 1 0,1-1 0,-1 0 0,1 0 0,-1 0 0,1 1 0,-1-1 0,1 0 0,-1 0 0,1 1 0,-1-1 0,1 0 0,-1 1 0,0-1 0,1 1 0,-1-1 0,1 1 0,-1-1 0,0 1 0,0-1 0,1 1 0,-1-1 0,0 1 0,0-1 0,0 1 0,0-1 0,1 1 0,-1-1 0,0 1 0,0-1 0,0 2 0,5 33 0,-5-34 0,0 66 0,-2-56 0,1 1 0,1-1 0,0 1 0,0-1 0,1 1 0,1-1 0,0 1 0,0-1 0,1 0 0,1 0 0,0 0 0,10 19 0,4-3 0,-8-10 0,1-1 0,0 0 0,2 0 0,0-1 0,0-1 0,17 13 0,-26-24 0,0-2 0,0 1 0,0 0 0,0-1 0,1 0 0,-1 0 0,0 0 0,1-1 0,-1 1 0,1-1 0,-1 0 0,1 0 0,-1-1 0,0 1 0,1-1 0,-1 0 0,0 0 0,1 0 0,-1-1 0,0 0 0,0 1 0,0-1 0,5-4 0,11-6 0,-1-1 0,-1 0 0,20-19 0,-32 27 0,204-192 0,-183 166 0,-2 0 0,0-1 0,-2-2 0,-2 0 0,19-41 0,-23 39 0,66-158 0,-71 169 0,-11 51 0,-1-11 0,-3 99 0,0-28 0,11 122 0,-6-186 0,2 0 0,1-1 0,0 1 0,2-1 0,0 0 0,1 0 0,2-1 0,0 0 0,15 21 0,-21-36 0,1 0 0,0-1 0,0 0 0,0 0 0,0 0 0,1-1 0,-1 0 0,1 0 0,0 0 0,0-1 0,0 1 0,1-2 0,-1 1 0,0-1 0,1 0 0,6 1 0,16 0 0,1-2 0,38-3 0,-18 0 0,23 4 0,-39 0 0,1-1 0,46-6 0,-76 4 0,-1 1 0,1-1 0,-1 0 0,1-1 0,-1 1 0,0-1 0,0 1 0,0-1 0,0 0 0,-1-1 0,1 1 0,-1-1 0,0 0 0,0 1 0,0-1 0,-1 0 0,1-1 0,-1 1 0,0 0 0,3-9 0,3-10 0,0 0 0,7-40 0,2-39 0,-5-1 0,-2-195 0,-8 262 0,4 24 0,-5 12 0,-1 0 0,1 0 0,0 0 0,-1 0 0,1 0 0,-1 0 0,1 1 0,-1-1 0,1 0 0,-1 0 0,1 1 0,-1-1 0,0 0 0,1 1 0,-1-1 0,1 0 0,-1 1 0,0-1 0,1 0 0,-1 1 0,0-1 0,1 1 0,-1-1 0,0 1 0,0-1 0,1 1 0,-1-1 0,0 1 0,10 17 0,-1 1 0,-1-1 0,-1 1 0,-1 0 0,5 21 0,15 108 0,-9-41 0,-2-23 0,-8-39 0,1-1 0,3 0 0,19 52 0,-28-91 0,1 0 0,1 0 0,-1 0 0,1 0 0,0-1 0,0 0 0,0 1 0,0-1 0,1-1 0,-1 1 0,1-1 0,0 0 0,1 0 0,-1 0 0,0-1 0,1 1 0,7 1 0,14 3 0,0 0 0,41 4 0,-25-5 0,89 22 0,-47-10 0,95 9 0,-175-26 0,-1-1 0,1 0 0,0 0 0,-1-1 0,1 1 0,-1-1 0,1 0 0,-1 0 0,1-1 0,-1 1 0,0-1 0,0 0 0,0 0 0,0 0 0,0-1 0,0 1 0,0-1 0,-1 0 0,1 0 0,-1-1 0,0 1 0,0 0 0,0-1 0,-1 0 0,1 0 0,-1 0 0,0 0 0,0 0 0,2-7 0,4-12 0,-2-1 0,0 1 0,-2-1 0,3-37 0,-2 16 0,55-316 0,-34 182 0,-26 178 0,0-1 0,0 1 0,0 0 0,0-1 0,1 1 0,-1 0 0,0-1 0,1 1 0,-1 0 0,0-1 0,1 1 0,-1 0 0,1 0 0,0 0 0,-1 0 0,1-1 0,0 1 0,0 0 0,0 0 0,1-1 0,-1 2 0,0 1 0,0-1 0,-1 0 0,1 1 0,0-1 0,0 1 0,-1-1 0,1 1 0,0-1 0,-1 1 0,1-1 0,0 1 0,-1 0 0,1-1 0,-1 1 0,1 0 0,-1 0 0,1-1 0,-1 1 0,0 0 0,1 0 0,-1 1 0,20 58 0,18 197 0,4 25 0,-34-242 0,-5-18 0,1-1 0,2 0 0,11 31 0,-16-49 0,0 0 0,1-1 0,0 1 0,0-1 0,-1 1 0,2-1 0,-1 0 0,0 1 0,0-1 0,1 0 0,-1 0 0,1-1 0,-1 1 0,1-1 0,0 1 0,0-1 0,5 2 0,56 7 0,-56-9 0,474 7 0,-204-9 0,46 17 0,-78-3 0,-233-12 0,0-1 0,0-1 0,0 0 0,15-3 0,-27 4 0,1 0 0,0 0 0,0-1 0,-1 1 0,1-1 0,0 1 0,-1-1 0,1 0 0,-1 1 0,1-1 0,-1 0 0,1 0 0,-1 0 0,1 0 0,-1-1 0,0 1 0,0 0 0,1 0 0,-1-1 0,0 1 0,0-1 0,-1 1 0,1-1 0,0 1 0,0-1 0,-1 0 0,1 1 0,-1-1 0,1 0 0,-1 1 0,0-1 0,1 0 0,-1 0 0,0 1 0,0-1 0,-1 0 0,1 0 0,-1-2 0,-21-69 0,15 55 0,1-1 0,1-1 0,-5-30 0,7-233 0,5 151 0,-2 109 0,0 1 0,1 0 0,2 0 0,0 1 0,1-1 0,1 0 0,8-21 0,-13 42 0,1 1 0,-1-1 0,0 0 0,1 0 0,-1 0 0,1 1 0,-1-1 0,1 0 0,-1 0 0,1 1 0,-1-1 0,1 1 0,0-1 0,-1 0 0,1 1 0,0-1 0,0 1 0,-1 0 0,1-1 0,0 1 0,0-1 0,0 1 0,0 0 0,-1 0 0,1 0 0,0-1 0,0 1 0,0 0 0,0 0 0,0 0 0,0 0 0,0 0 0,-1 1 0,1-1 0,0 0 0,0 0 0,0 1 0,0-1 0,-1 0 0,1 1 0,0-1 0,0 1 0,0-1 0,-1 1 0,1-1 0,0 1 0,-1-1 0,1 1 0,-1 0 0,1-1 0,0 1 0,0 1 0,32 43 0,-32-43 0,37 70 0,-2 3 0,43 135 0,25 53 0,-100-252 0,0-1 0,-1 1 0,0 0 0,1 13 0,11 34 0,-14-56 0,1 1 0,-1-1 0,1 0 0,0 1 0,-1-1 0,1 0 0,0 0 0,0 0 0,1-1 0,-1 1 0,0 0 0,0-1 0,1 1 0,-1-1 0,1 0 0,0 0 0,-1 0 0,4 1 0,54 7 0,-49-8 0,539 8 0,-370-12 0,-121 4 0,-37 0 0,0 0 0,0-2 0,1 0 0,-1-2 0,29-7 0,-47 9 0,-1 0 0,1-1 0,0 0 0,0 0 0,-1 0 0,1 0 0,-1-1 0,0 1 0,1-1 0,-1 0 0,-1 0 0,1 0 0,0 0 0,-1-1 0,1 1 0,-1-1 0,0 1 0,0-1 0,-1 0 0,3-5 0,0-7 0,0 0 0,-1 0 0,3-31 0,-3 11 0,89-452 0,-62 346 0,-10 28 0,10-45 0,26-137 0,-45 225 0,-1 36 0,-1 26 0,-8 9 0,0 0 0,-1 0 0,1 1 0,0-1 0,-1 0 0,1 1 0,0-1 0,-1 1 0,1-1 0,-1 1 0,1-1 0,0 1 0,-1-1 0,0 1 0,1 0 0,-1-1 0,1 1 0,-1 0 0,0-1 0,1 1 0,-1 0 0,0 1 0,13 33 0,-1 1 0,-3 1 0,8 52 0,-3-12 0,-1-7 0,7 141 0,-19 73 0,-3-125 0,2-154 0,1 1 0,-1-1 0,1 1 0,0-1 0,1 1 0,-1-1 0,1 0 0,0 1 0,0-1 0,1 0 0,-1 0 0,1-1 0,0 1 0,7 7 0,-8-10 0,1 0 0,-1 0 0,0 0 0,0 0 0,1-1 0,-1 1 0,1-1 0,-1 1 0,1-1 0,-1 0 0,1 0 0,0-1 0,0 1 0,0 0 0,-1-1 0,1 0 0,0 1 0,0-1 0,0 0 0,0 0 0,0-1 0,-1 1 0,1-1 0,0 1 0,0-1 0,0 0 0,-1 0 0,1 0 0,-1-1 0,6-2 0,-3 0 0,1 0 0,0-1 0,-1 1 0,0-1 0,0-1 0,-1 1 0,1-1 0,-1 1 0,-1-1 0,7-12 0,27-74 0,-21 47 0,-9 23 0,0 0 0,-2-1 0,4-37 0,8-31 0,-5 27 0,-3 0 0,-2 0 0,-3 0 0,-7-106 0,3-68 0,12 126 0,2-34 0,-14 128 0,1 1 0,0-1 0,2 1 0,0-1 0,0 1 0,10-26 0,-13 42 0,1 1 0,-1-1 0,0 0 0,0 0 0,1 0 0,-1 1 0,0-1 0,1 0 0,-1 1 0,0-1 0,1 0 0,-1 1 0,1-1 0,-1 0 0,1 1 0,0-1 0,-1 1 0,1-1 0,0 1 0,-1-1 0,1 1 0,0 0 0,-1-1 0,1 1 0,0 0 0,0-1 0,0 1 0,-1 0 0,1 0 0,0 0 0,0 0 0,0 0 0,-1 0 0,1 0 0,0 0 0,0 0 0,0 0 0,-1 0 0,1 1 0,0-1 0,0 0 0,-1 0 0,1 1 0,0-1 0,0 1 0,-1-1 0,1 1 0,0-1 0,-1 1 0,1-1 0,-1 1 0,1-1 0,-1 1 0,1 0 0,-1-1 0,1 2 0,3 3 0,0 0 0,-1 1 0,0-1 0,0 1 0,0-1 0,2 10 0,40 182 0,-12-40 0,21 111 0,-27-124 0,-16-79 0,-2-17 0,15 50 0,-17-61 0,-6-30 0,1 1 0,-1-1 0,1 0 0,0 1 0,4 7 0,-4-12 0,-1-1 0,0 0 0,1 0 0,-1 0 0,1 0 0,0 0 0,0 0 0,-1-1 0,1 1 0,1-1 0,-1 1 0,0-1 0,0 0 0,0 1 0,1-1 0,-1 0 0,0-1 0,1 1 0,-1 0 0,4 0 0,54 6 0,1-3 0,105-5 0,-67-1 0,74 2 0,224-5 0,-392 5 0,-1 0 0,1 0 0,0-1 0,-1 1 0,1-1 0,-1 0 0,1-1 0,-1 1 0,0-1 0,1 0 0,-1 0 0,5-3 0,-7 3 0,0 0 0,-1 0 0,1 0 0,-1 0 0,1 0 0,-1 0 0,0-1 0,0 1 0,0 0 0,0 0 0,0-1 0,-1 1 0,1-1 0,-1 1 0,0-1 0,1 1 0,-1-1 0,0 1 0,0-1 0,-1 1 0,1 0 0,-2-6 0,-6-34 0,-15-42 0,-5-20 0,15 42 0,-3-8 0,3-1 0,-6-124 0,21-469 0,0 640 0,1 0 0,2-1 0,0 2 0,1-1 0,1 1 0,18-40 0,-24 61 0,-1 1 0,1-1 0,-1 1 0,1 0 0,-1-1 0,1 1 0,0-1 0,0 1 0,0 0 0,0 0 0,0 0 0,0-1 0,0 1 0,0 0 0,0 0 0,1 0 0,-1 1 0,0-1 0,0 0 0,1 0 0,-1 1 0,1-1 0,2 0 0,-2 1 0,-1 0 0,1 1 0,-1-1 0,1 1 0,0 0 0,-1-1 0,1 1 0,-1 0 0,0 0 0,1 0 0,-1 0 0,0 0 0,1 0 0,-1 0 0,0 0 0,0 0 0,0 1 0,1 0 0,6 10 0,-1-1 0,-1 1 0,1 0 0,3 14 0,2 8 0,-2 1 0,9 64 0,1 1 0,7 47 0,5 16 0,70 290 0,-97-419 0,-4-21 0,0 0 0,1 0 0,1 0 0,5 17 0,-7-27 0,0-1 0,-1 0 0,1 0 0,0 0 0,0-1 0,1 1 0,-1 0 0,0 0 0,1 0 0,-1-1 0,1 1 0,-1-1 0,1 1 0,0-1 0,-1 0 0,1 0 0,0 1 0,0-1 0,0-1 0,0 1 0,0 0 0,0 0 0,0-1 0,0 1 0,0-1 0,1 1 0,-1-1 0,0 0 0,0 0 0,0 0 0,5-1 0,5-2 0,1-1 0,0 0 0,-1-1 0,0 0 0,0-1 0,0 0 0,-1-1 0,0-1 0,16-13 0,-14 11 0,0 0 0,0 1 0,1 1 0,0 0 0,1 1 0,20-7 0,67-12 0,139-18 0,-233 43 0,1 0 0,-1-1 0,0 0 0,0-1 0,0 1 0,0-1 0,0-1 0,0 0 0,-1 0 0,0 0 0,0-1 0,11-9 0,-10 5 0,0 0 0,0 0 0,-1-1 0,-1 0 0,0-1 0,0 1 0,-1-1 0,6-16 0,169-482 0,-172 477 0,0 1 0,-3-1 0,4-63 0,-11-100 0,-1 68 0,4-40 0,-1 166 0,-1 0 0,1 0 0,0 0 0,0-1 0,0 1 0,0 0 0,0 0 0,0 0 0,1-1 0,-1 1 0,0 0 0,1 0 0,-1 0 0,1 0 0,-1 0 0,1-1 0,-1 1 0,1 0 0,0 0 0,-1 0 0,1 1 0,0-1 0,0 0 0,0 0 0,0 0 0,1 0 0,-1 1 0,1 1 0,-1-1 0,0 1 0,0-1 0,1 1 0,-1 0 0,0-1 0,0 1 0,0 0 0,0 0 0,0 0 0,0 0 0,0 0 0,0 0 0,0 0 0,0 0 0,-1 0 0,2 2 0,33 64 0,0 25 0,46 190 0,3 127 0,-75-356 0,35 158 0,-41-190 0,0 0 0,-1 1 0,0-1 0,-4 38 0,0-33 0,2 1 0,4 32 0,-3-56 0,0 1 0,0-1 0,0 0 0,1 0 0,-1 0 0,1 0 0,0 0 0,0 0 0,0 0 0,0 0 0,0-1 0,0 1 0,1-1 0,0 0 0,-1 0 0,1 0 0,0 0 0,0 0 0,0 0 0,0-1 0,0 1 0,0-1 0,1 0 0,-1 0 0,0 0 0,1-1 0,3 1 0,14 2 0,0 0 0,1-2 0,26-2 0,-26 1 0,30 0 0,-20 2 0,0-2 0,-1-2 0,56-9 0,-74 7 0,1-1 0,-1-1 0,0 0 0,-1-1 0,0-1 0,0 1 0,0-2 0,17-15 0,6-10 0,34-41 0,-20 7 0,-40 53 0,1-1 0,1 2 0,0 0 0,26-25 0,-36 38 0,1 1 0,-1-1 0,0 0 0,1 0 0,-1 0 0,1 1 0,-1-1 0,1 1 0,0-1 0,-1 1 0,1 0 0,0 0 0,-1-1 0,1 1 0,0 0 0,-1 1 0,1-1 0,-1 0 0,1 0 0,0 1 0,-1-1 0,1 1 0,-1-1 0,1 1 0,-1 0 0,1-1 0,-1 1 0,1 0 0,-1 0 0,0 0 0,1 0 0,-1 0 0,0 0 0,0 1 0,0-1 0,0 0 0,0 1 0,0-1 0,0 1 0,1 2 0,6 10 0,0 0 0,-1 0 0,7 21 0,-8-20 0,158 407 0,45 108 0,-201-512 0,-5-7 0,2 0 0,0 0 0,0-1 0,11 16 0,-16-25 0,1 0 0,0 0 0,0 0 0,0 0 0,-1 0 0,1 0 0,0 0 0,0-1 0,0 1 0,0-1 0,0 1 0,1 0 0,-1-1 0,0 0 0,0 1 0,0-1 0,0 0 0,0 1 0,1-1 0,1 0 0,-1 0 0,-1-1 0,1 0 0,0 1 0,-1-1 0,1 0 0,-1 0 0,1 0 0,-1 0 0,1 0 0,-1 0 0,0-1 0,0 1 0,1 0 0,-1-1 0,0 1 0,0-1 0,0 1 0,1-3 0,9-17 0,-1-1 0,-1 0 0,-1-1 0,10-44 0,-10 35 0,22-54 0,118-286 0,-123 298 0,1-2 0,46-95 0,-71 169 0,-1 1 0,1-1 0,0 0 0,-1 1 0,1-1 0,0 1 0,0 0 0,0-1 0,0 1 0,0 0 0,0-1 0,1 1 0,-1 0 0,0 0 0,1 0 0,-1 0 0,1 0 0,2-1 0,-3 2 0,0 1 0,-1-1 0,1 0 0,0 1 0,0-1 0,-1 1 0,1-1 0,0 1 0,-1-1 0,1 1 0,-1 0 0,1-1 0,-1 1 0,1 0 0,-1-1 0,1 1 0,-1 0 0,1 0 0,-1-1 0,0 1 0,0 0 0,1 0 0,-1 0 0,0-1 0,0 2 0,9 70 0,-9 228 0,-4-162 0,18 165 0,-5-251 0,19 65 0,3 17 0,-28-118 0,2 0 0,0-1 0,0 0 0,1 0 0,15 25 0,50 68 0,-52-82 0,-14-20 0,0 0 0,1 0 0,0 0 0,0-1 0,0 0 0,1 0 0,-1-1 0,1 1 0,1-1 0,-1-1 0,0 0 0,1 0 0,0 0 0,0-1 0,-1 0 0,14 1 0,13 1 0,1-1 0,56-4 0,-44-1 0,55 3 0,-31 1 0,97-11 0,-163 8 0,-1-1 0,1 1 0,-1-1 0,0 1 0,0-1 0,0 0 0,0-1 0,0 1 0,0-1 0,-1 0 0,1 0 0,-1 0 0,0 0 0,0 0 0,0-1 0,0 1 0,0-1 0,-1 0 0,0 0 0,3-7 0,5-10 0,-1-1 0,10-43 0,-7 23 0,25-62 0,-13 39 0,-3 0 0,12-69 0,-16 33 0,65-289 0,-82 388 0,1-1 0,-1 1 0,1-1 0,0 1 0,0 0 0,0-1 0,0 1 0,0 0 0,1 0 0,-1 0 0,0 0 0,4-3 0,-5 5 0,1 0 0,-1 0 0,1 0 0,-1 0 0,1 0 0,-1 0 0,1 0 0,-1 0 0,1 0 0,-1 0 0,1 0 0,-1 1 0,1-1 0,-1 0 0,0 0 0,1 1 0,-1-1 0,1 0 0,-1 0 0,0 1 0,1-1 0,-1 0 0,0 1 0,1-1 0,-1 1 0,0-1 0,0 0 0,1 1 0,-1-1 0,0 1 0,0-1 0,0 1 0,1-1 0,-1 1 0,0-1 0,0 1 0,4 12 0,0 0 0,-1 0 0,2 17 0,23 280 0,7 49 0,-29-272 0,-6-67 0,1 0 0,1-1 0,1 1 0,6 21 0,-8-37 0,1-1 0,-1 1 0,1-1 0,0 1 0,0-1 0,1 0 0,-1 0 0,1 0 0,-1-1 0,1 1 0,0 0 0,0-1 0,0 0 0,0 0 0,1 0 0,-1 0 0,6 2 0,8 3 0,-1-2 0,30 7 0,-13-4 0,-6 0 0,-3 0 0,0-1 0,0-1 0,1-1 0,0-1 0,0-1 0,0-1 0,31-2 0,-52-1 0,1-1 0,0 1 0,-1-1 0,0 0 0,1 0 0,-1 0 0,0 0 0,0-1 0,0 0 0,0 0 0,-1 0 0,1 0 0,-1-1 0,0 1 0,0-1 0,0 0 0,0 1 0,-1-2 0,1 1 0,-1 0 0,0 0 0,-1-1 0,1 1 0,1-9 0,4-12 0,-2 0 0,-1-1 0,2-33 0,-5 44 0,21-171 0,4-103 0,-25 159 0,12-261 0,-6 118 0,-3 23 0,-4 249 0,0 0 0,0-1 0,0 1 0,0-1 0,0 1 0,0-1 0,1 1 0,-1 0 0,0-1 0,1 1 0,-1 0 0,1-1 0,-1 1 0,1 0 0,0-1 0,-1 1 0,1 0 0,0 0 0,0 0 0,0 0 0,0 0 0,0 0 0,0 0 0,0 0 0,0 0 0,0 0 0,1 1 0,-1-1 0,0 0 0,2 0 0,-1 1 0,0 1 0,0-1 0,0 1 0,0 0 0,-1-1 0,1 1 0,0 0 0,-1 0 0,1 0 0,0 0 0,-1 0 0,1 1 0,-1-1 0,0 0 0,1 1 0,-1-1 0,0 1 0,0-1 0,0 1 0,0-1 0,2 5 0,19 40 0,-1 1 0,-2 2 0,15 63 0,-1-6 0,36 168 0,-39-138 0,31 137 0,-59-269 0,-1 1 0,1-1 0,0 0 0,0 0 0,0 0 0,0-1 0,1 1 0,0 0 0,-1-1 0,1 0 0,1 0 0,-1 0 0,0 0 0,1 0 0,0 0 0,-1-1 0,1 0 0,0 0 0,0 0 0,0 0 0,0-1 0,6 2 0,8 1 0,1 0 0,1-1 0,35 1 0,-41-4 0,439 1 0,-317-3 0,-117 2 0,-10 0 0,1 0 0,0 0 0,-1-1 0,17-3 0,-24 3 0,0 0 0,0 1 0,0-1 0,0 0 0,0 0 0,0 0 0,0-1 0,0 1 0,0 0 0,-1-1 0,1 1 0,0-1 0,-1 1 0,1-1 0,-1 0 0,0 0 0,0 0 0,0 1 0,1-1 0,-2 0 0,1-1 0,0 1 0,0 0 0,-1 0 0,1-2 0,2-24 0,-1 1 0,-2 0 0,-1-1 0,-6-39 0,-1-21 0,5-24 0,-11-166 0,-23-382 0,38 287 0,-1 373 0,0 0 0,0-1 0,-1 1 0,1 0 0,0-1 0,0 1 0,0 0 0,0-1 0,0 1 0,0 0 0,0-1 0,0 1 0,0-1 0,0 1 0,0 0 0,0-1 0,0 1 0,0 0 0,1-1 0,-1 1 0,0 0 0,0-1 0,0 1 0,0 0 0,1-1 0,-1 1 0,0 0 0,0 0 0,0-1 0,1 1 0,-1 0 0,0 0 0,1-1 0,-1 1 0,0 0 0,1 0 0,8 11 0,8 28 0,60 208 0,-52-154 0,4-1 0,74 157 0,-64-163 0,-30-61 0,2-1 0,1 0 0,14 22 0,-26-46 0,0 0 0,0 1 0,1-1 0,-1 0 0,0 1 0,0-1 0,0 0 0,0 0 0,0 1 0,1-1 0,-1 0 0,0 0 0,0 1 0,0-1 0,1 0 0,-1 0 0,0 1 0,0-1 0,1 0 0,-1 0 0,0 0 0,1 0 0,-1 0 0,0 1 0,0-1 0,1 0 0,-1 0 0,0 0 0,1 0 0,-1 0 0,0 0 0,1 0 0,-1 0 0,0 0 0,1 0 0,-1 0 0,0 0 0,1 0 0,-1-1 0,0 1 0,0 0 0,1 0 0,-1 0 0,0 0 0,1 0 0,-1-1 0,7-18 0,-3-26 0,1-36 0,3 0 0,35-148 0,-34 182 0,5-90 0,-10 83 0,11-60 0,-7 77 0,5-33 0,3 1 0,3 1 0,46-111 0,-55 157 0,1-1 0,0 0 0,2 0 0,15-21 0,-25 40 0,0 0 0,0 0 0,1 0 0,-1 0 0,1 0 0,0 1 0,0-1 0,0 1 0,1 0 0,-1 1 0,1-1 0,-1 1 0,1 0 0,0 0 0,0 0 0,0 1 0,0-1 0,0 1 0,0 0 0,0 1 0,6-1 0,-8 2 0,0 0 0,0-1 0,0 1 0,0 0 0,0 1 0,0-1 0,0 0 0,-1 1 0,1 0 0,0 0 0,-1-1 0,0 2 0,1-1 0,-1 0 0,0 0 0,0 1 0,0-1 0,0 1 0,-1-1 0,2 4 0,28 63 0,-25-53 0,45 117 0,236 577 0,-244-608 0,-27-59 0,2 0 0,2-1 0,45 70 0,-64-110 0,0 0 0,1 0 0,-1-1 0,1 1 0,-1 0 0,1-1 0,-1 1 0,1-1 0,0 1 0,0-1 0,0 0 0,0 0 0,0 1 0,0-2 0,0 1 0,3 1 0,-3-2 0,-1-1 0,1 1 0,-1 0 0,1-1 0,-1 0 0,1 1 0,-1-1 0,0 0 0,1 0 0,-1 0 0,0 0 0,0 0 0,0 0 0,0 0 0,1 0 0,-2-1 0,1 1 0,0 0 0,0-1 0,0 1 0,-1 0 0,1-1 0,0 1 0,-1-1 0,0 1 0,1-3 0,16-48 0,-3 1 0,10-69 0,-7 30 0,15-66 0,40-173 0,-59 277 0,3 1 0,2 1 0,29-57 0,-30 76 0,1 0 0,1 1 0,2 1 0,0 1 0,45-43 0,-14 18 0,32-29 0,-83 82 0,0-1 0,-1 0 0,1 1 0,0-1 0,0 1 0,0-1 0,-1 1 0,1-1 0,0 1 0,0 0 0,0-1 0,0 1 0,0 0 0,0 0 0,0-1 0,0 1 0,-1 0 0,1 0 0,0 0 0,0 0 0,0 0 0,0 1 0,0-1 0,0 0 0,0 0 0,0 1 0,0-1 0,0 0 0,0 1 0,-1-1 0,1 1 0,0-1 0,0 1 0,-1-1 0,1 1 0,0 0 0,0-1 0,-1 1 0,1 0 0,-1-1 0,1 1 0,-1 0 0,1 0 0,0 1 0,17 47 0,-15-40 0,57 254 0,-10-33 0,-8-53 0,-26-98 0,4-2 0,30 78 0,-26-92 0,-15-36 0,2 1 0,0-1 0,2-1 0,1 0 0,18 25 0,-30-49 0,0 0 0,0 0 0,0 0 0,0 0 0,0 0 0,0 0 0,0 0 0,1-1 0,-1 1 0,1-1 0,-1 1 0,1-1 0,0 0 0,-1 0 0,1 0 0,0-1 0,0 1 0,0-1 0,3 1 0,-1-2 0,0 1 0,-1-1 0,1 0 0,0 0 0,0 0 0,-1-1 0,1 1 0,-1-1 0,1 0 0,6-5 0,8-6 0,-1-1 0,-1-1 0,31-32 0,-38 36 0,38-42 0,-2-2 0,-3-3 0,41-70 0,91-197 0,-105 189 0,-61 120 0,1 0 0,0 1 0,0 0 0,16-15 0,-20 23 0,0 1 0,1 0 0,0 0 0,0 1 0,0 0 0,1 0 0,0 0 0,-1 1 0,2 0 0,11-3 0,-18 6 0,0 1 0,0 0 0,0-1 0,1 1 0,-1 0 0,0 0 0,0 1 0,0-1 0,0 0 0,0 1 0,0-1 0,0 1 0,0 0 0,0-1 0,0 1 0,0 0 0,0 0 0,0 1 0,0-1 0,-1 0 0,1 0 0,0 1 0,-1-1 0,1 1 0,-1 0 0,0-1 0,3 5 0,2 4 0,0 0 0,-1 0 0,8 22 0,-11-24 0,74 216 0,7 19 0,9 1 0,136 328 0,-225-564 0,1 0 0,0 1 0,1-1 0,-1-1 0,2 1 0,-1-1 0,1 0 0,11 11 0,-14-16 0,-1 0 0,1-1 0,0 1 0,0-1 0,-1 0 0,1 0 0,0 0 0,0 0 0,0 0 0,1-1 0,-1 0 0,0 1 0,0-1 0,0 0 0,0 0 0,0-1 0,0 1 0,0-1 0,0 1 0,0-1 0,0 0 0,0 0 0,0 0 0,0-1 0,0 1 0,0-1 0,-1 1 0,5-4 0,39-25 0,-1-2 0,41-39 0,-83 68 0,-1 1 0,0 0 0,1 0 0,-1 0 0,1 0 0,0 0 0,-1 1 0,1-1 0,0 1 0,0 0 0,6-2 0,-7 3 0,-1 0 0,1 0 0,-1 1 0,0-1 0,1 0 0,-1 1 0,0-1 0,1 1 0,-1 0 0,0-1 0,0 1 0,0 0 0,1 0 0,-1-1 0,0 1 0,0 0 0,0 0 0,0 0 0,-1 0 0,1 1 0,0-1 0,0 0 0,-1 0 0,1 0 0,0 1 0,-1-1 0,1 0 0,-1 1 0,0-1 0,1 2 0,68 258 0,-22-68 0,16-3 0,106 226 0,-168-413 0,0 0 0,1-1 0,-1 1 0,1 0 0,-1-1 0,1 1 0,0-1 0,0 1 0,0-1 0,0 0 0,1 0 0,-1 0 0,0 0 0,1 0 0,0-1 0,-1 1 0,1-1 0,0 1 0,0-1 0,0 0 0,0 0 0,0-1 0,0 1 0,0 0 0,0-1 0,0 0 0,0 0 0,0 0 0,0 0 0,5-1 0,6-2 0,0-1 0,0-1 0,0 0 0,-1 0 0,18-11 0,-4 3 0,7-4 0,-18 8 0,1 1 0,0 1 0,0 0 0,21-4 0,-33 10 0,0 0 0,0 0 0,0 1 0,-1-1 0,1 1 0,0 1 0,0-1 0,0 1 0,-1 0 0,1 0 0,0 0 0,-1 0 0,1 1 0,-1 0 0,1 0 0,-1 0 0,0 0 0,0 1 0,0 0 0,7 6 0,9 14 0,0 1 0,-2 1 0,0 0 0,-2 2 0,22 47 0,-4-10 0,-30-56 0,0-1 0,0 1 0,1-1 0,1 0 0,-1-1 0,1 1 0,10 8 0,-11-12 0,-1-1 0,0 1 0,0-1 0,1 0 0,-1 0 0,1-1 0,0 1 0,-1-1 0,1 0 0,0 0 0,0-1 0,0 1 0,-1-1 0,11-1 0,11-2 0,1-2 0,-1-1 0,43-16 0,-43 13 0,0 1 0,0 2 0,45-7 0,-67 13 0,-1 0 0,0 0 0,0 0 0,1 0 0,-1 1 0,0-1 0,0 1 0,0 0 0,1 0 0,-1 0 0,0 0 0,0 1 0,-1-1 0,1 1 0,0 0 0,0 0 0,3 3 0,0 1 0,0 1 0,0 1 0,0-1 0,7 14 0,-11-15 0,1-1 0,0 1 0,1-1 0,0 0 0,-1 0 0,1 0 0,1-1 0,-1 1 0,1-1 0,0 0 0,0 0 0,0-1 0,0 1 0,6 2 0,9-2 0,-1 0 0,0-1 0,1-1 0,0 0 0,-1-2 0,1 0 0,-1-2 0,37-6 0,-36 4 0,0 2 0,0 0 0,0 1 0,0 0 0,0 2 0,0 1 0,0 0 0,30 8 0,-24-1-1365,-4-1-5461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4T22:18:03.1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2910 24575,'1'-1'0,"-1"0"0,0 0 0,1 0 0,-1 0 0,1 0 0,0 0 0,-1 0 0,1 0 0,0 0 0,0 1 0,0-1 0,-1 0 0,1 0 0,0 1 0,0-1 0,0 0 0,0 1 0,0-1 0,0 1 0,0 0 0,0-1 0,0 1 0,1 0 0,-1-1 0,0 1 0,0 0 0,1 0 0,39-5 0,-36 5 0,285-1 0,13-2 0,-296 2 0,1-1 0,-1 0 0,1-1 0,-1 0 0,0 0 0,0 0 0,0-1 0,0 0 0,-1-1 0,0 1 0,0-1 0,0 0 0,0-1 0,-1 1 0,0-1 0,7-11 0,9-13 0,-1 0 0,18-40 0,-34 63 0,88-206 0,-68 146 0,4 2 0,50-85 0,-76 147 0,-1 1 0,1-1 0,-1 1 0,1-1 0,0 1 0,0 0 0,0 0 0,0 0 0,0 0 0,1 1 0,-1-1 0,1 0 0,-1 1 0,4-2 0,-5 3 0,1 0 0,-1 0 0,0 0 0,1 1 0,-1-1 0,1 0 0,-1 0 0,0 1 0,1-1 0,-1 1 0,0-1 0,1 1 0,-1 0 0,0 0 0,0-1 0,1 1 0,-1 0 0,0 0 0,0 0 0,0 0 0,0 0 0,-1 0 0,1 1 0,0-1 0,0 0 0,-1 0 0,1 1 0,0-1 0,-1 0 0,1 3 0,7 13 0,-2 0 0,0 1 0,-1-1 0,0 1 0,-2 0 0,3 25 0,-4 113 0,-4-119 0,2 0 0,1-1 0,2 1 0,10 51 0,-11-83 0,-1 1 0,1-1 0,0 0 0,0 0 0,0 0 0,1 0 0,0 0 0,6 8 0,-8-12 0,0 0 0,-1-1 0,1 1 0,0-1 0,0 1 0,-1-1 0,1 1 0,0-1 0,0 1 0,0-1 0,0 0 0,-1 1 0,1-1 0,0 0 0,0 0 0,0 0 0,0 1 0,0-1 0,0 0 0,0 0 0,0 0 0,1-1 0,-1 1 0,1-1 0,0 0 0,0 0 0,-1 0 0,1 0 0,-1 0 0,1-1 0,-1 1 0,1 0 0,-1-1 0,0 1 0,1-1 0,-1 1 0,0-1 0,1-1 0,137-240 0,-77 130 0,-40 70 0,30-89 0,-7 17 0,-38 99 0,11-27 0,2 0 0,2 2 0,40-59 0,-61 99 0,0 0 0,0 0 0,0-1 0,0 1 0,0 0 0,0 0 0,0 0 0,0 0 0,0 0 0,1 0 0,-1 0 0,0 1 0,1-1 0,-1 0 0,0 1 0,1-1 0,-1 1 0,1-1 0,-1 1 0,2-1 0,-1 2 0,-1-1 0,0 0 0,0 1 0,0-1 0,0 1 0,0-1 0,0 1 0,0 0 0,0-1 0,0 1 0,0 0 0,-1 0 0,1-1 0,0 1 0,0 0 0,-1 0 0,1 0 0,0 0 0,-1 0 0,1 2 0,4 9 0,-1 0 0,0 0 0,-1 0 0,2 13 0,-2-7 0,43 264 0,-33-181 0,33 128 0,-34-173 0,-11-43 0,2 0 0,-1 0 0,2 0 0,0 0 0,0-1 0,1 1 0,9 15 0,-10-24 0,-1 0 0,1 0 0,-1-1 0,1 0 0,0 0 0,0 0 0,1 0 0,-1-1 0,0 0 0,1 0 0,0 0 0,-1 0 0,1 0 0,6 0 0,76 9 0,-40-6 0,-4 2 0,-27-3 0,-1-1 0,1 0 0,0-1 0,0-1 0,1-1 0,-1 0 0,0-1 0,21-4 0,-33 3 0,0 1 0,-1-1 0,1 0 0,-1 0 0,1-1 0,-1 1 0,0-1 0,0 0 0,0 0 0,-1 0 0,1 0 0,-1 0 0,1 0 0,2-8 0,24-54 0,-26 57 0,267-688 0,-250 646 0,3 1 0,48-76 0,-69 122 0,0 0 0,0 0 0,0 0 0,0 1 0,0-1 0,1 1 0,-1-1 0,1 1 0,0 0 0,0 0 0,0 0 0,0 0 0,0 1 0,6-3 0,-7 4 0,0 0 0,1 0 0,-1 0 0,0 0 0,0 1 0,0-1 0,0 1 0,0 0 0,0-1 0,0 1 0,0 0 0,0 0 0,0 0 0,0 0 0,0 1 0,0-1 0,-1 0 0,1 1 0,-1-1 0,1 1 0,-1 0 0,1-1 0,-1 1 0,0 0 0,0 0 0,1 2 0,31 53 0,-4 2 0,37 98 0,-44-101 0,126 340 0,-71-186 0,-77-207 0,1-1 0,0 1 0,0-1 0,1 1 0,-1-1 0,0 0 0,1 0 0,-1 0 0,1 0 0,0 0 0,0 0 0,-1 0 0,1 0 0,0 0 0,1-1 0,-1 1 0,0-1 0,0 0 0,1 0 0,-1 0 0,1 0 0,-1 0 0,1 0 0,-1 0 0,1-1 0,0 0 0,-1 1 0,1-1 0,4 0 0,5-2 0,1 0 0,-1-1 0,0 0 0,0 0 0,15-8 0,24-6 0,11 8 0,0 2 0,0 3 0,87 6 0,-112-1 0,220 13 0,-112-4 0,-139-10 0,1 1 0,-1-1 0,1 0 0,-1-1 0,1 1 0,-1-1 0,0-1 0,12-3 0,-16 4 0,1 0 0,-1-1 0,0 0 0,0 1 0,1-1 0,-1 0 0,-1 0 0,1 0 0,0-1 0,0 1 0,-1 0 0,1 0 0,-1-1 0,0 1 0,0-1 0,0 0 0,0 1 0,0-1 0,0 0 0,-1 1 0,1-1 0,-1-3 0,5-49 0,-3 1 0,-8-103 0,-1 34 0,7 86 0,-2-23 0,2-1 0,9-60 0,-6 104 0,0-1 0,1 1 0,0 0 0,2 1 0,0-1 0,1 1 0,0 0 0,2 0 0,-1 1 0,2 0 0,17-20 0,-26 33 0,0 1 0,1-1 0,-1 0 0,1 1 0,-1-1 0,1 1 0,0 0 0,-1-1 0,1 1 0,0 0 0,0 0 0,0 0 0,0 0 0,0 1 0,0-1 0,0 1 0,0-1 0,1 1 0,-1-1 0,0 1 0,0 0 0,0 0 0,0 0 0,0 0 0,1 1 0,-1-1 0,0 1 0,0-1 0,0 1 0,0 0 0,0-1 0,0 1 0,0 0 0,0 0 0,0 1 0,-1-1 0,1 0 0,0 1 0,-1-1 0,1 1 0,-1-1 0,1 1 0,-1 0 0,0-1 0,2 4 0,6 8 0,0 1 0,0 1 0,-1-1 0,8 25 0,34 101 0,45 208 0,-30-95 0,-64-250 0,0 1 0,1-1 0,-1 1 0,1-1 0,0 0 0,0 0 0,0 0 0,0 0 0,1 0 0,-1 0 0,1-1 0,0 1 0,-1-1 0,1 0 0,0 0 0,0 0 0,1 0 0,-1 0 0,0-1 0,1 1 0,-1-1 0,1 0 0,-1 0 0,1 0 0,5 0 0,9 1 0,0-1 0,0-1 0,0-1 0,19-3 0,-9 2 0,234-18 0,275 15 0,-444 17 0,-66-7 0,49 3 0,-49-7 0,-16 0 0,-1 0 0,1-1 0,0-1 0,-1 1 0,1-2 0,16-3 0,-23 3 0,-1 1 0,0-1 0,0 0 0,1 0 0,-1 0 0,-1 0 0,1 0 0,0-1 0,0 1 0,-1-1 0,0 0 0,1 0 0,-1 0 0,0 0 0,0 0 0,-1 0 0,1-1 0,-1 1 0,0 0 0,1-1 0,-1 1 0,-1-1 0,1 1 0,0-5 0,38-316 0,-28 259 0,36-175 0,-38 204 0,3 0 0,0 1 0,2 0 0,27-47 0,-40 81 0,-1-1 0,1 1 0,0-1 0,0 1 0,0-1 0,0 1 0,0 0 0,0 0 0,0-1 0,0 1 0,0 0 0,1 0 0,-1 0 0,0 0 0,1 0 0,-1 1 0,1-1 0,-1 0 0,1 1 0,-1-1 0,1 1 0,-1-1 0,1 1 0,0 0 0,2-1 0,-2 2 0,1 0 0,-1 0 0,0 0 0,0 0 0,0 0 0,0 0 0,0 1 0,0-1 0,0 0 0,0 1 0,0 0 0,-1 0 0,1-1 0,-1 1 0,3 3 0,6 12 0,-1 0 0,0 0 0,9 27 0,-15-36 0,99 313 0,-74-216 0,74 179 0,-99-278 0,0-1 0,0 0 0,0 0 0,1-1 0,0 1 0,0-1 0,0 1 0,1-1 0,-1-1 0,1 1 0,0 0 0,0-1 0,0 0 0,1-1 0,-1 1 0,1-1 0,-1 0 0,1 0 0,0 0 0,0-1 0,8 1 0,13 1 0,0-2 0,0-1 0,42-5 0,-14 2 0,-9 0 0,0 3 0,0 1 0,88 16 0,-129-16 0,1 1 0,0-1 0,-1 0 0,1 0 0,0-1 0,0 0 0,-1 0 0,1 0 0,8-2 0,-11 1 0,-1 0 0,1-1 0,-1 1 0,0-1 0,0 1 0,0-1 0,0 0 0,0 0 0,0 0 0,0 0 0,-1 0 0,1 0 0,-1 0 0,0-1 0,1 1 0,-1-1 0,0 1 0,0-1 0,0 1 0,-1-1 0,1 1 0,-1-1 0,1-3 0,26-160 0,-17 97 0,27-103 0,-11 100 0,3 1 0,3 1 0,3 2 0,3 1 0,86-113 0,-117 171 0,-1 0 0,0-1 0,-1 1 0,0-1 0,-1 0 0,0-1 0,0 1 0,-1 0 0,0-1 0,-1 0 0,1-13 0,-2 21 0,-1 0 0,0 1 0,0-1 0,1 1 0,0-1 0,-1 0 0,1 1 0,0-1 0,0 1 0,1 0 0,1-3 0,-3 4 0,1 1 0,-1-1 0,0 1 0,1-1 0,-1 1 0,1 0 0,0-1 0,-1 1 0,1 0 0,-1-1 0,1 1 0,-1 0 0,1 0 0,0 0 0,-1 0 0,1-1 0,-1 1 0,1 0 0,0 0 0,-1 0 0,1 0 0,-1 0 0,1 1 0,0-1 0,-1 0 0,1 0 0,0 0 0,-1 0 0,1 1 0,3 1 0,0 1 0,-1 0 0,0 0 0,0 0 0,0 0 0,0 0 0,0 0 0,-1 1 0,1 0 0,-1-1 0,0 1 0,2 5 0,17 43 0,-3 2 0,-2 0 0,16 93 0,-13-51 0,54 290 0,-72-378 0,1 1 0,-1-1 0,1 0 0,1 0 0,-1 0 0,8 13 0,-10-20 0,1 0 0,0 0 0,-1 0 0,1 0 0,0 0 0,0 0 0,-1 0 0,1 0 0,0-1 0,0 1 0,0 0 0,0-1 0,0 1 0,0-1 0,0 1 0,1-1 0,-1 1 0,0-1 0,0 0 0,0 0 0,2 1 0,-1-2 0,0 1 0,1-1 0,-1 1 0,0-1 0,0 0 0,0 0 0,1 0 0,-1 0 0,0 0 0,0 0 0,0-1 0,-1 1 0,1-1 0,0 1 0,1-3 0,16-17 0,-2-1 0,0-1 0,-2-1 0,0-1 0,-2 0 0,17-43 0,-5 14 0,5-13 0,41-141 0,-3-77 0,-32 128 0,-12 73 0,3 1 0,4 1 0,3 2 0,4 1 0,70-108 0,-104 181 0,0 0 0,0 0 0,0 1 0,1 0 0,0-1 0,0 1 0,0 1 0,1-1 0,10-6 0,-15 10 0,1 1 0,-1-1 0,1 0 0,0 1 0,-1-1 0,1 1 0,-1 0 0,1 0 0,0-1 0,-1 1 0,1 0 0,0 0 0,-1 1 0,1-1 0,0 0 0,-1 0 0,1 1 0,1 0 0,0 0 0,-1 1 0,1 0 0,-1-1 0,0 1 0,0 0 0,0 0 0,0 0 0,0 0 0,-1 0 0,1 0 0,-1 1 0,1-1 0,-1 1 0,2 3 0,9 26 0,-2 1 0,-2 0 0,0 0 0,-3 1 0,4 55 0,6 36 0,70 369 0,-83-481 0,0 0 0,1 0 0,1 0 0,0-1 0,0 1 0,2-1 0,8 15 0,-11-23 0,0 1 0,0-1 0,0 0 0,1 0 0,0 0 0,0 0 0,0-1 0,0 1 0,0-1 0,1 0 0,-1-1 0,1 1 0,0-1 0,0 0 0,0 0 0,0 0 0,0-1 0,0 0 0,1 0 0,7 1 0,67-2 0,0-3 0,0-4 0,143-31 0,-220 37 0,1 0 0,0 0 0,0 0 0,0-1 0,-1 0 0,1 0 0,-1 0 0,1 0 0,-1-1 0,0 1 0,0-1 0,0 0 0,0 0 0,0 0 0,-1 0 0,1 0 0,-1 0 0,0-1 0,0 1 0,0-1 0,0 0 0,-1 0 0,0 1 0,2-8 0,1-8 0,0-1 0,-2 0 0,0-37 0,-1 27 0,10-214 0,52-294 0,-52 476 0,31-132 0,-42 192 0,0 0 0,1 0 0,-1 1 0,1-1 0,-1 0 0,1 1 0,0-1 0,0 1 0,0-1 0,0 1 0,0-1 0,0 1 0,0 0 0,0 0 0,1-1 0,-1 1 0,0 0 0,3-1 0,-3 1 0,0 1 0,0 0 0,0 0 0,0 0 0,0 0 0,0 0 0,0 0 0,0 0 0,0 1 0,1-1 0,-1 0 0,0 1 0,0-1 0,-1 0 0,1 1 0,0-1 0,0 1 0,0-1 0,0 1 0,0 0 0,0-1 0,0 2 0,6 5 0,-1 0 0,0 0 0,-1 1 0,0 0 0,7 12 0,27 62 0,43 132 0,-32-76 0,111 279 0,-157-407 0,-1-1 0,1 0 0,1-1 0,-1 1 0,1-1 0,1 0 0,0 0 0,7 8 0,-9-13 0,0 0 0,0 0 0,0-1 0,1 1 0,-1-1 0,1 0 0,-1 0 0,1-1 0,0 1 0,0-1 0,0 0 0,0 0 0,0-1 0,0 1 0,0-1 0,0 0 0,7-2 0,43-4 0,0-3 0,59-18 0,-114 27 0,4-1 0,1 0 0,-1-1 0,1 0 0,-1 0 0,0 0 0,0 0 0,0-1 0,0 0 0,-1 0 0,1 0 0,-1 0 0,1 0 0,-1-1 0,0 1 0,0-1 0,-1 0 0,1 0 0,2-7 0,3-6 0,-2 0 0,-1 0 0,6-29 0,2-6 0,10-9 0,3 1 0,62-106 0,-1 4 0,0-53 0,-55 128 0,49-91 0,-80 174 0,1 0 0,0 1 0,1-1 0,-1 0 0,1 1 0,-1 0 0,1-1 0,0 1 0,0 0 0,5-3 0,-7 6 0,1-1 0,-1 1 0,0 0 0,1 0 0,-1 0 0,0 0 0,1 0 0,-1 0 0,0 0 0,1 0 0,-1 0 0,0 1 0,1-1 0,-1 0 0,0 1 0,0-1 0,1 1 0,-1 0 0,0-1 0,0 1 0,0 0 0,0 0 0,0 0 0,0-1 0,0 1 0,0 0 0,0 0 0,0 1 0,-1-1 0,1 0 0,0 0 0,-1 0 0,1 0 0,0 3 0,21 36 0,-2 1 0,-2 1 0,-1 1 0,17 73 0,1-1 0,44 119 0,-69-204 0,-6-16 0,1-1 0,0 1 0,1 0 0,0-1 0,9 13 0,-12-23 0,-1 0 0,0 0 0,1 0 0,-1-1 0,1 1 0,0-1 0,0 0 0,0 0 0,0 0 0,0 0 0,0 0 0,0-1 0,1 1 0,-1-1 0,1 0 0,-1 0 0,1 0 0,-1-1 0,1 1 0,0-1 0,-1 0 0,1 0 0,0 0 0,-1 0 0,5-2 0,9 0 0,115-15 0,-127 16 0,0 0 0,1 0 0,-1-1 0,0 1 0,0-1 0,0-1 0,0 1 0,0-1 0,0 0 0,0 0 0,-1 0 0,0 0 0,0-1 0,0 0 0,0 0 0,0 0 0,-1 0 0,0-1 0,0 1 0,0-1 0,0 0 0,3-8 0,6-15 0,-1 0 0,14-59 0,-16 53 0,-9 32 0,3-11 0,1 1 0,1 0 0,10-21 0,-15 31 0,1 1 0,-1 0 0,1 0 0,-1 0 0,1 0 0,-1 0 0,1 0 0,0 0 0,0 0 0,-1 0 0,1 0 0,0 0 0,0 0 0,0 1 0,0-1 0,0 0 0,0 1 0,0-1 0,0 0 0,0 1 0,0-1 0,0 1 0,1 0 0,-1-1 0,0 1 0,0 0 0,0 0 0,1 0 0,-1 0 0,0 0 0,0 0 0,0 0 0,1 0 0,-1 0 0,0 0 0,0 1 0,0-1 0,1 1 0,-1-1 0,0 1 0,0-1 0,0 1 0,0-1 0,0 1 0,0 0 0,0 0 0,0 0 0,0-1 0,-1 1 0,1 0 0,0 0 0,0 0 0,-1 0 0,1 0 0,0 2 0,12 20 0,0 0 0,-2 1 0,-1 0 0,-1 1 0,-1 0 0,9 48 0,9 24 0,-16-63 0,90 314 0,-96-328 0,-3-12 0,0 1 0,1-1 0,0 0 0,1 0 0,0 0 0,4 8 0,-7-16 0,1 1 0,-1 0 0,0-1 0,1 1 0,0 0 0,-1-1 0,1 1 0,-1-1 0,1 1 0,-1-1 0,1 1 0,0-1 0,-1 0 0,1 1 0,0-1 0,0 0 0,-1 1 0,1-1 0,0 0 0,0 0 0,-1 0 0,1 0 0,0 0 0,0 0 0,0 0 0,1 0 0,0-1 0,1 0 0,-1 0 0,0 0 0,0-1 0,0 1 0,1 0 0,-1-1 0,-1 0 0,1 1 0,0-1 0,0 0 0,2-4 0,29-40 0,-3-1 0,45-92 0,-27 47 0,-30 58 0,1 0 0,2 2 0,1 1 0,31-34 0,-12 20 0,-17 18 0,1 1 0,1 1 0,52-39 0,-49 44 0,-19 12 0,0 0 0,1 1 0,0 0 0,0 1 0,1 1 0,12-5 0,-20 9 0,-1 0 0,0 1 0,1-1 0,-1 1 0,0 0 0,1 0 0,-1 0 0,1 0 0,-1 1 0,0 0 0,1-1 0,-1 1 0,0 0 0,0 1 0,0-1 0,0 0 0,0 1 0,0 0 0,0 0 0,0 0 0,0 0 0,-1 0 0,1 0 0,-1 1 0,0-1 0,1 1 0,2 5 0,16 25 0,-2 0 0,-1 2 0,-2 0 0,-1 1 0,15 58 0,14 31 0,45 77 0,-42-101 0,51 162 0,-93-242 0,-1 1 0,-1 0 0,0 24 0,-1-15 0,-1-29 0,-1 0 0,0 0 0,1 0 0,-1-1 0,1 1 0,0 0 0,-1-1 0,1 1 0,0 0 0,0-1 0,0 1 0,0-1 0,0 1 0,1-1 0,-1 0 0,0 1 0,1-1 0,-1 0 0,1 0 0,-1 0 0,1 0 0,0 0 0,-1 0 0,1-1 0,0 1 0,0 0 0,-1-1 0,1 1 0,0-1 0,0 0 0,0 0 0,0 0 0,-1 0 0,1 0 0,0 0 0,0 0 0,0 0 0,3-2 0,1 1 0,0 0 0,1 0 0,-1-1 0,0 1 0,0-2 0,-1 1 0,1-1 0,0 1 0,-1-2 0,10-5 0,-8 1 0,0 0 0,0 0 0,-1-1 0,0 0 0,-1 0 0,0 0 0,0-1 0,-1 1 0,4-12 0,23-100 0,-18 65 0,157-447 0,-154 459 0,3 1 0,37-64 0,-55 105 0,0 0 0,0 0 0,0 1 0,0-1 0,1 0 0,-1 1 0,0-1 0,1 1 0,-1-1 0,1 1 0,0 0 0,-1 0 0,1-1 0,0 1 0,0 0 0,-1 0 0,1 1 0,0-1 0,0 0 0,0 1 0,3-1 0,-3 1 0,0 1 0,-1-1 0,1 1 0,0-1 0,-1 1 0,1 0 0,-1 0 0,1 0 0,-1 0 0,1 0 0,-1 0 0,0 0 0,1 1 0,-1-1 0,0 0 0,0 1 0,0-1 0,0 1 0,1 1 0,5 11 0,0 1 0,-2-1 0,1 1 0,3 18 0,-8-29 0,22 93 0,18 173 0,-40-262 0,0 0 0,0 0 0,1-1 0,0 1 0,0-1 0,1 1 0,0-1 0,1 0 0,-1 0 0,1 0 0,1-1 0,-1 1 0,1-1 0,8 8 0,-8-10 0,0 0 0,0 0 0,0 0 0,0-1 0,1 0 0,0 0 0,0 0 0,-1-1 0,1 0 0,1 0 0,-1-1 0,0 1 0,0-1 0,1-1 0,-1 1 0,0-1 0,1 0 0,8-2 0,-12 2 0,-1-1 0,1 0 0,0 0 0,-1 0 0,1 0 0,-1-1 0,0 1 0,1-1 0,-1 1 0,0-1 0,0 0 0,0 0 0,0 0 0,0 0 0,0 0 0,-1-1 0,1 1 0,-1 0 0,0-1 0,1 1 0,-1-1 0,0 1 0,0-1 0,0-3 0,4-11 0,-1-1 0,3-30 0,-3 24 0,8-31 0,29-83 0,-27 103 0,-2-2 0,-2 0 0,-2 0 0,-1-1 0,4-70 0,-9 76 0,1 0 0,1 1 0,15-54 0,2-11 0,-21 95 0,0-1 0,0 1 0,0 0 0,0 0 0,0 0 0,1 0 0,-1 0 0,0 0 0,1 0 0,-1 0 0,0 0 0,1 0 0,-1 0 0,1 0 0,0 0 0,-1 0 0,1 0 0,0 0 0,0 0 0,-1 1 0,1-1 0,0 0 0,2 0 0,-2 1 0,0 0 0,0 0 0,0 0 0,0 0 0,0 1 0,-1-1 0,1 0 0,0 1 0,0-1 0,0 1 0,0-1 0,0 1 0,0-1 0,-1 1 0,1 0 0,0-1 0,0 1 0,-1 0 0,1-1 0,0 2 0,30 49 0,-23-30 0,-1 1 0,-1 1 0,-1-1 0,-1 1 0,2 44 0,-4-45 0,0 0 0,1 1 0,1-1 0,1 0 0,15 40 0,-20-62 0,0 1 0,0-1 0,0 0 0,0 1 0,0-1 0,0 0 0,0 1 0,0-1 0,0 0 0,1 1 0,-1-1 0,0 0 0,0 1 0,0-1 0,0 0 0,1 0 0,-1 1 0,0-1 0,0 0 0,0 0 0,1 1 0,-1-1 0,0 0 0,1 0 0,-1 0 0,0 1 0,0-1 0,1 0 0,-1 0 0,0 0 0,1 0 0,-1 0 0,0 0 0,1 0 0,-1 0 0,0 0 0,1 0 0,-1 0 0,0 0 0,1 0 0,5-15 0,-3-24 0,-4-85 0,4-68 0,-1 159 0,2-1 0,2 2 0,16-58 0,28-105 0,-1 2 0,-47 189 0,-1 0 0,0 0 0,1 1 0,0-1 0,0 1 0,0-1 0,0 1 0,6-7 0,-7 10 0,0-1 0,-1 1 0,1-1 0,0 1 0,0-1 0,0 1 0,0-1 0,0 1 0,0 0 0,0 0 0,0-1 0,-1 1 0,1 0 0,0 0 0,0 0 0,0 0 0,0 0 0,0 0 0,0 0 0,0 0 0,0 1 0,0-1 0,0 0 0,0 1 0,0-1 0,0 0 0,0 1 0,-1-1 0,1 1 0,0-1 0,0 1 0,0 0 0,-1-1 0,1 1 0,0 0 0,-1 0 0,1-1 0,-1 1 0,1 0 0,-1 0 0,1 0 0,0 1 0,13 22 0,0 1 0,-2 0 0,-1 1 0,15 48 0,-18-49 0,53 196 0,-19-60 0,-25-99 0,-3 0 0,6 71 0,-14-107 0,0 0 0,1 0 0,2 0 0,0-1 0,17 30 0,-9-19 0,15 51 0,-17-36 0,11 73 0,-26-122 0,1 1 0,0 0 0,0 0 0,0-1 0,0 1 0,0-1 0,0 1 0,1-1 0,-1 1 0,1-1 0,0 0 0,-1 0 0,1 0 0,0 0 0,1 0 0,-1 0 0,0 0 0,0-1 0,1 1 0,-1-1 0,1 0 0,-1 1 0,1-1 0,0 0 0,-1-1 0,1 1 0,0 0 0,4 0 0,10 1 0,0-1 0,0 0 0,31-4 0,-17 2 0,244-4 0,-269 5 0,-1-1 0,0 0 0,0 0 0,0 0 0,0 0 0,0-1 0,-1 0 0,1 0 0,0 0 0,-1 0 0,1-1 0,-1 0 0,0 0 0,8-7 0,-7 4 0,1-1 0,-1 0 0,0 0 0,0 0 0,-1-1 0,0 0 0,0 1 0,3-12 0,2-13 0,-2-1 0,0 0 0,2-56 0,-7 62 0,13-156 0,23-178 0,-30 303 0,10-53 0,-16 101 0,1 0 0,0 0 0,0 1 0,1 0 0,0-1 0,1 1 0,0 1 0,6-9 0,-10 16 0,-1 0 0,1 0 0,0 0 0,-1 1 0,1-1 0,0 0 0,0 1 0,0-1 0,0 0 0,-1 1 0,1-1 0,0 1 0,0 0 0,0-1 0,0 1 0,0 0 0,0-1 0,0 1 0,1 0 0,-1 0 0,0 0 0,0 0 0,0 0 0,0 0 0,0 0 0,1 1 0,1 0 0,0 0 0,-1 0 0,1 1 0,-1-1 0,1 1 0,-1-1 0,0 1 0,1 0 0,2 4 0,5 5 0,0 1 0,15 25 0,-22-31 0,59 107 0,-47-81 0,2 0 0,1-2 0,1 0 0,27 31 0,-31-43 0,-10-12 0,0 0 0,0 0 0,0 0 0,1-1 0,0 0 0,0 0 0,9 6 0,-14-11 0,0 1 0,1-1 0,-1 1 0,0-1 0,1 0 0,-1 1 0,0-1 0,1 0 0,-1 0 0,0 0 0,1 0 0,-1 0 0,0 0 0,1-1 0,-1 1 0,0 0 0,1-1 0,-1 1 0,2-1 0,-1-1 0,1 1 0,-1-1 0,0 0 0,1 0 0,-1 0 0,0-1 0,0 1 0,0 0 0,-1-1 0,1 1 0,2-7 0,15-34 0,-2-1 0,-2-1 0,16-79 0,-15 54 0,-5 25 0,1-1 0,3 2 0,34-73 0,-47 113 0,0-1 0,1 1 0,0 0 0,0 0 0,0 0 0,0 0 0,1 1 0,-1-1 0,1 1 0,0 0 0,5-3 0,-8 5 0,1 1 0,0-1 0,0 0 0,-1 1 0,1 0 0,0-1 0,0 1 0,0 0 0,0 0 0,0 0 0,0 0 0,0 0 0,-1 0 0,1 1 0,0-1 0,0 1 0,0-1 0,0 1 0,-1 0 0,1 0 0,0-1 0,-1 1 0,1 0 0,-1 1 0,1-1 0,-1 0 0,1 0 0,-1 1 0,0-1 0,1 1 0,0 1 0,15 20 0,-2 2 0,0 0 0,-2 0 0,-1 2 0,0-1 0,10 41 0,-5-20 0,-1-2 0,16 44 0,75 147 0,-52-115 0,-44-92 0,1-2 0,1 1 0,1-2 0,30 43 0,-43-67 0,1 0 0,-1 0 0,1-1 0,0 1 0,-1 0 0,1-1 0,0 1 0,0-1 0,0 1 0,0-1 0,1 0 0,-1 0 0,0 0 0,0 0 0,1 0 0,-1-1 0,0 1 0,1-1 0,-1 0 0,1 1 0,-1-1 0,0 0 0,1 0 0,-1-1 0,1 1 0,-1 0 0,1-1 0,-1 1 0,0-1 0,1 0 0,-1 0 0,0 0 0,0 0 0,0 0 0,0-1 0,3-1 0,7-6 0,0-2 0,0 1 0,-1-1 0,17-21 0,-9 9 0,16-14 0,-2-1 0,-1-2 0,-3-1 0,-1-2 0,-2 0 0,24-57 0,-37 66 0,2 0 0,0 2 0,3 0 0,0 1 0,2 0 0,44-51 0,-47 65 0,1 0 0,0 2 0,2-1 0,-1 2 0,34-18 0,-47 29 0,-1 0 0,1 0 0,1 1 0,-1-1 0,0 2 0,0-1 0,1 0 0,-1 1 0,1 0 0,0 1 0,-1 0 0,1 0 0,-1 0 0,1 1 0,-1-1 0,1 2 0,-1-1 0,1 1 0,-1 0 0,0 0 0,0 1 0,0-1 0,0 1 0,10 7 0,1 6 0,0-1 0,-1 2 0,0 0 0,-1 1 0,-2 1 0,0 0 0,0 1 0,9 22 0,70 181 0,-66-152 0,-2-6 0,51 122 0,-59-153 0,1 0 0,2-2 0,29 40 0,-46-70 0,-1 0 0,0-1 0,1 1 0,-1 0 0,1 0 0,-1-1 0,1 1 0,0-1 0,0 1 0,0-1 0,0 0 0,0 0 0,0 1 0,0-2 0,0 1 0,0 0 0,0 0 0,0-1 0,1 1 0,-1-1 0,0 1 0,1-1 0,-1 0 0,0 0 0,1 0 0,-1-1 0,0 1 0,0 0 0,1-1 0,-1 1 0,0-1 0,0 0 0,0 0 0,0 0 0,0 0 0,0 0 0,0 0 0,0-1 0,0 1 0,0-1 0,0 1 0,-1-1 0,3-3 0,9-9 0,-1 0 0,-1-1 0,-1-1 0,13-24 0,-12 21 0,56-96 0,109-169 0,-144 240 0,1 2 0,2 1 0,2 2 0,52-44 0,-68 65 0,-12 10 0,1 0 0,0 0 0,0 1 0,15-9 0,-22 15 0,0 0 0,0 0 0,0 0 0,0 0 0,0 0 0,0 0 0,0 1 0,0-1 0,0 1 0,0 0 0,1 0 0,-1 0 0,0 1 0,0-1 0,0 1 0,0-1 0,0 1 0,0 0 0,0 0 0,0 1 0,6 2 0,0 3 0,1 0 0,-1 1 0,0-1 0,0 2 0,-1 0 0,0 0 0,10 16 0,43 80 0,-30-49 0,230 414 0,-121-214 0,-125-226 0,-13-21 0,2-1 0,-1-1 0,1 1 0,0 0 0,1-1 0,0 0 0,0 0 0,0 0 0,1-1 0,7 7 0,-11-13 0,-1 1 0,0-1 0,1 0 0,-1 0 0,0 1 0,1-1 0,-1 0 0,0 0 0,1 0 0,-1 0 0,0-1 0,1 1 0,-1 0 0,0-1 0,1 1 0,-1-1 0,0 1 0,0-1 0,0 1 0,1-1 0,-1 0 0,0 0 0,0 1 0,0-1 0,0 0 0,0 0 0,0 0 0,0 0 0,1-2 0,26-42 0,-19 29 0,2-3 0,-1-1 0,-1 0 0,-1-1 0,6-25 0,13-31 0,-24 69 0,0-1 0,1 1 0,1 0 0,-1 1 0,1-1 0,7-8 0,-11 15 0,0 0 0,0 0 0,0 1 0,0-1 0,0 0 0,1 0 0,-1 1 0,0-1 0,0 0 0,0 1 0,1-1 0,-1 1 0,0 0 0,0-1 0,1 1 0,-1 0 0,0 0 0,1 0 0,-1 0 0,2 0 0,-1 1 0,0 0 0,0-1 0,0 1 0,0 0 0,0 1 0,0-1 0,0 0 0,0 1 0,-1-1 0,1 1 0,0-1 0,-1 1 0,1 0 0,-1 0 0,0-1 0,2 3 0,10 21 0,0 0 0,-2 0 0,0 1 0,10 41 0,5 11 0,161 393 0,-165-410 0,25 102 0,-34-108 0,2 0 0,41 93 0,5 0 0,3 7 0,-62-151 0,0 1 0,1-1 0,-1 0 0,1 0 0,0-1 0,0 1 0,0 0 0,7 5 0,-9-8 0,0-1 0,1 1 0,-1-1 0,0 1 0,0-1 0,0 1 0,0-1 0,0 0 0,0 0 0,1 0 0,-1 0 0,0 0 0,0 0 0,0 0 0,0 0 0,1 0 0,-1 0 0,0-1 0,0 1 0,0 0 0,0-1 0,0 1 0,0-1 0,0 1 0,0-1 0,0 0 0,0 1 0,0-1 0,0 0 0,0 0 0,0 0 0,-1 1 0,1-1 0,0 0 0,-1 0 0,1 0 0,0 0 0,-1 0 0,0 0 0,1-2 0,5-9 0,0 0 0,-1 0 0,0-1 0,-1 1 0,-1-1 0,0 0 0,2-17 0,11-43 0,-16 73 0,0-1 0,0 1 0,0-1 0,0 1 0,0 0 0,0-1 0,0 1 0,0-1 0,1 1 0,-1 0 0,0-1 0,0 1 0,0 0 0,1-1 0,-1 1 0,0 0 0,1-1 0,-1 1 0,0 0 0,1 0 0,-1-1 0,0 1 0,1 0 0,-1 0 0,0 0 0,1-1 0,-1 1 0,1 0 0,-1 0 0,0 0 0,1 0 0,-1 0 0,1 0 0,-1 0 0,0 0 0,1 0 0,-1 0 0,1 0 0,-1 0 0,0 0 0,1 0 0,-1 0 0,1 0 0,-1 1 0,0-1 0,1 0 0,-1 0 0,0 0 0,1 1 0,-1-1 0,0 0 0,1 0 0,-1 1 0,0-1 0,1 0 0,-1 1 0,0-1 0,0 0 0,1 1 0,-1-1 0,0 0 0,0 1 0,0-1 0,1 1 0,16 29 0,-16-28 0,15 41 0,9 19 0,-23-59 0,-1 0 0,1 0 0,0 0 0,0 0 0,0-1 0,1 1 0,-1-1 0,0 1 0,1-1 0,0 0 0,-1 0 0,1 0 0,0 0 0,0-1 0,5 3 0,-4-4 0,-1 1 0,0-1 0,0 0 0,0 0 0,1-1 0,-1 1 0,0-1 0,0 1 0,0-1 0,0 0 0,0 0 0,0-1 0,0 1 0,0 0 0,-1-1 0,1 0 0,0 0 0,-1 0 0,1 0 0,-1 0 0,3-3 0,-1 1 0,1 1 0,-1-1 0,1 1 0,0 0 0,0 0 0,7-2 0,-10 4 0,1 1 0,-1-1 0,0 1 0,0 0 0,1 0 0,-1 0 0,0 0 0,0 0 0,1 0 0,-1 0 0,0 1 0,0 0 0,0-1 0,1 1 0,-1 0 0,0 0 0,0 0 0,0 0 0,0 0 0,3 3 0,3 3 0,0 0 0,-1 1 0,1 0 0,-1 1 0,-1-1 0,0 1 0,7 14 0,-7-12 0,1 0 0,0-1 0,1 1 0,11 10 0,-18-19 0,0-1 0,1 0 0,-1 1 0,0-1 0,1 0 0,-1 0 0,1 0 0,-1 0 0,1 0 0,-1-1 0,1 1 0,-1 0 0,1-1 0,0 1 0,-1-1 0,1 0 0,0 1 0,0-1 0,-1 0 0,1 0 0,0 0 0,0 0 0,-1 0 0,1-1 0,0 1 0,-1 0 0,3-2 0,1 0 0,-1-1 0,0 0 0,0 0 0,0-1 0,0 1 0,-1-1 0,5-6 0,-6 7 0,0 0 0,0 1 0,1-1 0,-1 1 0,0-1 0,1 1 0,0 0 0,-1 0 0,1 0 0,0 0 0,0 0 0,0 1 0,0 0 0,4-2 0,-5 3 0,-1 0 0,0 0 0,1 1 0,-1-1 0,0 0 0,1 1 0,-1-1 0,0 1 0,0-1 0,1 1 0,-1-1 0,0 1 0,0 0 0,0 0 0,0 0 0,0 0 0,0-1 0,0 1 0,0 1 0,0-1 0,-1 0 0,1 0 0,0 0 0,0 2 0,14 34 0,-12-30 0,42 127-1365,-33-103-5461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4T22:19:08.508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0 128 24575,'1'2'0,"-1"0"0,1 0 0,0 0 0,-1 0 0,1 0 0,0 0 0,0-1 0,0 1 0,0 0 0,1 0 0,-1-1 0,0 1 0,1-1 0,-1 1 0,1-1 0,-1 0 0,1 0 0,0 0 0,0 1 0,-1-2 0,1 1 0,0 0 0,3 1 0,56 18 0,-41-14 0,401 101 0,-418-106 0,1 0 0,-1-1 0,0 1 0,0-1 0,0 0 0,0 0 0,0 0 0,0 0 0,1-1 0,-1 1 0,0-1 0,0 1 0,0-1 0,0 0 0,0-1 0,0 1 0,-1 0 0,1-1 0,0 1 0,-1-1 0,4-3 0,-1 0 0,-1-1 0,0 0 0,1 0 0,-2 0 0,1-1 0,-1 1 0,0-1 0,2-8 0,0 2 0,-2 2 0,1 0 0,1 0 0,0 1 0,9-15 0,-14 24 0,1 0 0,0-1 0,-1 1 0,1 0 0,0 0 0,0 0 0,0 0 0,0 0 0,0 0 0,0 0 0,0 0 0,1 0 0,-1 1 0,0-1 0,0 0 0,1 1 0,-1-1 0,0 1 0,1-1 0,-1 1 0,0 0 0,1 0 0,-1 0 0,1-1 0,-1 1 0,0 0 0,1 1 0,-1-1 0,1 0 0,-1 0 0,0 1 0,1-1 0,-1 0 0,0 1 0,1-1 0,-1 1 0,0 0 0,0 0 0,1-1 0,-1 1 0,0 0 0,0 0 0,0 0 0,2 2 0,2 4 0,0-1 0,0 1 0,0 1 0,-1-1 0,0 1 0,0-1 0,-1 1 0,0 0 0,4 16 0,-6-16 0,2 0 0,-1 0 0,1 0 0,0 0 0,1-1 0,0 1 0,0-1 0,0 0 0,1 0 0,11 11 0,-14-16 0,0-1 0,0 0 0,0 0 0,0 0 0,0 0 0,0 0 0,1 0 0,-1-1 0,0 1 0,1-1 0,-1 1 0,1-1 0,-1 0 0,1 0 0,-1 0 0,0 0 0,1-1 0,-1 1 0,0-1 0,1 1 0,-1-1 0,0 0 0,1 0 0,-1 0 0,0 0 0,3-2 0,9-5 0,0-1 0,-1-1 0,13-12 0,-2 2 0,-13 12 0,-1 1 0,1 0 0,1 0 0,-1 1 0,1 1 0,0 0 0,1 1 0,13-4 0,-22 7 0,1 1 0,0-1 0,-1 1 0,1 0 0,-1 0 0,1 1 0,0-1 0,-1 1 0,1 0 0,-1 0 0,1 0 0,-1 1 0,0 0 0,0 0 0,1 0 0,-1 0 0,-1 1 0,1-1 0,0 1 0,0 0 0,-1 0 0,0 0 0,0 1 0,0-1 0,5 8 0,2 5 0,-1 0 0,-1 1 0,7 18 0,-8-18 0,0-1 0,2 1 0,10 16 0,-17-31 0,0 1 0,1 0 0,-1-1 0,1 1 0,-1-1 0,1 0 0,0 0 0,0 0 0,0 0 0,0 0 0,0-1 0,1 1 0,-1-1 0,0 0 0,1 0 0,-1 0 0,1-1 0,-1 1 0,1-1 0,-1 1 0,1-1 0,-1-1 0,1 1 0,-1 0 0,1-1 0,-1 0 0,1 1 0,-1-1 0,1-1 0,5-2 0,6-3 0,0 0 0,0-2 0,-1 0 0,0 0 0,14-14 0,57-55 0,-52 46 0,44-34 0,-75 64 0,0 0 0,1 0 0,0 0 0,-1 1 0,1-1 0,0 1 0,0-1 0,0 1 0,0 0 0,0 0 0,0 0 0,0 1 0,0-1 0,0 1 0,0 0 0,0-1 0,1 2 0,-1-1 0,0 0 0,0 0 0,0 1 0,0 0 0,0 0 0,6 2 0,-2 1 0,-1 1 0,1-1 0,-1 2 0,0-1 0,0 1 0,-1 0 0,0 0 0,8 11 0,1 3 0,2 3 0,1-1 0,35 34 0,-46-50 0,1-1 0,0 1 0,0-2 0,0 1 0,1-1 0,-1 0 0,1 0 0,0-1 0,0 0 0,0 0 0,1-1 0,-1 0 0,11 1 0,4-2 0,0-1 0,0-1 0,0 0 0,-1-2 0,1-1 0,0 0 0,-1-2 0,0-1 0,23-10 0,3-5 0,-1-3 0,80-55 0,-123 77 0,1 0 0,-1 0 0,1 0 0,0 1 0,0-1 0,0 1 0,0 0 0,0 1 0,0-1 0,1 1 0,-1 0 0,0 1 0,1-1 0,-1 1 0,11 0 0,-6 3 0,1 0 0,-1 0 0,0 1 0,0 1 0,0-1 0,-1 1 0,10 7 0,10 7 0,2-2 0,0-2 0,45 17 0,-61-28 0,0 0 0,0-1 0,0 0 0,1-1 0,-1-1 0,0-1 0,1 0 0,-1-1 0,1 0 0,17-5 0,15-7 0,-2-2 0,1-2 0,60-32 0,-64 27 0,1 3 0,1 1 0,74-18 0,-111 35 0,1 1 0,-1 0 0,0 0 0,0 1 0,0 0 0,0 0 0,0 1 0,0 0 0,0 0 0,-1 1 0,1 0 0,-1 0 0,0 1 0,14 8 0,-11-6 0,1 0 0,-1-1 0,1 0 0,1-1 0,-1 0 0,21 4 0,-18-7 0,0 0 0,1-1 0,-1 0 0,0-1 0,0-1 0,0 0 0,0-1 0,-1 0 0,18-7 0,-6 0 0,-1-2 0,-1-1 0,44-30 0,-39 22 0,-9 6 0,1 1 0,1 1 0,0 1 0,23-10 0,-39 19 0,1 1 0,-1 0 0,1 1 0,-1-1 0,1 1 0,-1 0 0,1 1 0,-1-1 0,1 1 0,0 0 0,-1 1 0,1-1 0,0 1 0,-1 0 0,1 1 0,-1-1 0,1 1 0,-1 0 0,0 0 0,0 1 0,0-1 0,8 7 0,45 39 0,-35-28 0,49 32 0,-61-46 0,0 0 0,0-1 0,0 0 0,1-1 0,0 0 0,-1-1 0,1 0 0,15 1 0,1-2 0,-1-1 0,0-1 0,0-1 0,0-2 0,0 0 0,35-10 0,-24 2 0,-1-2 0,-1-2 0,61-33 0,-68 31 0,-17 8 0,1 2 0,-1 0 0,2 0 0,14-5 0,-25 11 0,-1 0 0,1 1 0,0-1 0,0 0 0,0 1 0,-1 0 0,1-1 0,0 1 0,0 0 0,0 1 0,-1-1 0,1 0 0,0 1 0,0 0 0,-1 0 0,1-1 0,0 1 0,-1 1 0,1-1 0,-1 0 0,1 1 0,-1-1 0,0 1 0,0 0 0,1 0 0,2 3 0,23 36 0,-26-36 0,1 0 0,-1 0 0,1-1 0,0 1 0,0-1 0,1 0 0,-1 0 0,1 0 0,0 0 0,0 0 0,0-1 0,0 0 0,1 0 0,0 0 0,-1-1 0,1 1 0,0-1 0,0 0 0,0 0 0,0-1 0,8 2 0,11-3 0,0-1 0,0-1 0,0 0 0,0-2 0,0-1 0,27-10 0,27-5 0,-10 8 0,0 3 0,1 3 0,-1 3 0,74 5 0,-135-1 0,0 1 0,0-1 0,-1 1 0,1 1 0,0-1 0,-1 1 0,0 0 0,0 0 0,0 1 0,0 0 0,0 0 0,-1 0 0,9 9 0,-10-9 0,0 0 0,0 0 0,1 0 0,-1-1 0,1 1 0,0-1 0,0 0 0,0 0 0,0-1 0,1 0 0,-1 0 0,1 0 0,-1-1 0,1 1 0,0-1 0,0-1 0,-1 1 0,1-1 0,8 0 0,7-4 0,-1-1 0,1-1 0,25-11 0,-25 9 0,0 1 0,0 0 0,25-3 0,-41 10 0,10-3 0,0 1 0,0 1 0,0 1 0,20 1 0,-32 0 0,1-1 0,0 1 0,-1 0 0,1 0 0,-1 0 0,1 0 0,-1 1 0,0-1 0,0 1 0,1 0 0,-1 0 0,0 0 0,-1 0 0,1 1 0,0-1 0,-1 1 0,1 0 0,-1 0 0,0-1 0,0 1 0,0 1 0,0-1 0,1 4 0,-2-3 0,1 0 0,0-1 0,-1 1 0,1 0 0,1-1 0,-1 1 0,0-1 0,1 0 0,0 0 0,-1 0 0,1 0 0,5 3 0,-7-5 0,1-1 0,0 1 0,0-1 0,0 1 0,0-1 0,1 1 0,-1-1 0,0 0 0,0 0 0,0 0 0,0 0 0,0-1 0,0 1 0,0-1 0,0 1 0,0-1 0,0 1 0,0-1 0,0 0 0,0 0 0,0 0 0,-1 0 0,1 0 0,0-1 0,-1 1 0,3-2 0,11-11 0,0 0 0,-1 0 0,23-32 0,-27 32 0,0 2 0,0-1 0,1 1 0,1 1 0,0 0 0,0 0 0,17-9 0,-27 18 0,0 1 0,0 0 0,0-1 0,-1 1 0,1 0 0,1 0 0,-1 1 0,0-1 0,0 0 0,0 1 0,0-1 0,0 1 0,1 0 0,-1-1 0,0 1 0,0 0 0,1 1 0,-1-1 0,0 0 0,0 0 0,0 1 0,1 0 0,-1-1 0,0 1 0,0 0 0,0 0 0,0 0 0,0 0 0,0 0 0,0 1 0,-1-1 0,1 1 0,0-1 0,-1 1 0,1-1 0,-1 1 0,2 3 0,3 6 0,-1 1 0,0 0 0,0 0 0,-2 0 0,5 22 0,10 28 0,-18-61 0,1 0 0,-1 0 0,1 0 0,0 0 0,-1 0 0,1 0 0,0 0 0,0 0 0,0 0 0,0-1 0,-1 1 0,1 0 0,0 0 0,0-1 0,1 1 0,-1-1 0,0 1 0,0-1 0,0 1 0,0-1 0,0 0 0,0 1 0,1-1 0,-1 0 0,0 0 0,0 0 0,0 0 0,1 0 0,-1 0 0,0 0 0,0-1 0,0 1 0,1 0 0,-1-1 0,0 1 0,0 0 0,0-1 0,0 0 0,0 1 0,0-1 0,0 1 0,0-1 0,2-2 0,6-4 0,-1-1 0,0 0 0,15-19 0,-5 6 0,-13 15 0,1 1 0,0 0 0,0 1 0,0 0 0,1 0 0,-1 0 0,1 0 0,14-4 0,-18 7 0,0 0 0,0 1 0,0-1 0,0 1 0,0-1 0,-1 1 0,1 0 0,0 0 0,0 1 0,0-1 0,0 1 0,0-1 0,0 1 0,0 0 0,0 0 0,-1 0 0,1 0 0,0 1 0,-1-1 0,1 1 0,-1-1 0,0 1 0,1 0 0,-1 0 0,3 4 0,23 38 0,-25-37 0,0-1 0,1 0 0,-1-1 0,1 1 0,0-1 0,0 0 0,1 1 0,0-2 0,5 6 0,-9-10 0,-1 1 0,1-1 0,0 0 0,-1 1 0,1-1 0,-1 0 0,1 0 0,0 0 0,-1 1 0,1-1 0,0 0 0,-1 0 0,1 0 0,0 0 0,-1 0 0,1 0 0,0 0 0,-1 0 0,1 0 0,0-1 0,-1 1 0,1 0 0,0 0 0,-1-1 0,1 1 0,-1 0 0,1-1 0,0 1 0,-1 0 0,1-1 0,-1 1 0,1-1 0,-1 1 0,1-1 0,-1 0 0,16-27 0,-3 6 0,-7 17 0,0 1 0,0 0 0,0 1 0,1-1 0,0 1 0,0 1 0,0-1 0,0 1 0,0 0 0,8-1 0,16-5 0,167-63 0,-120 41 0,-75 28 0,0 1 0,1 0 0,-1 0 0,1 0 0,-1 0 0,1 0 0,-1 1 0,1-1 0,0 1 0,-1 0 0,1 0 0,-1 1 0,1-1 0,0 1 0,-1-1 0,1 1 0,-1 0 0,0 1 0,1-1 0,5 4 0,-5-2 0,0 1 0,0 0 0,0 0 0,0 1 0,-1-1 0,1 1 0,-1 0 0,-1 0 0,1 0 0,-1 0 0,0 0 0,3 9 0,-1-2 0,0 0 0,1 0 0,0 0 0,1 0 0,0-1 0,10 13 0,-14-22 0,0 0 0,1 1 0,-1-1 0,0 0 0,0 0 0,1 0 0,0-1 0,-1 1 0,1-1 0,0 1 0,-1-1 0,1 0 0,0 0 0,0 0 0,0-1 0,0 1 0,0-1 0,0 1 0,0-1 0,0 0 0,0 0 0,0 0 0,1-1 0,-1 1 0,0-1 0,0 0 0,-1 1 0,1-1 0,0-1 0,0 1 0,0 0 0,2-2 0,85-53 0,-62 37 0,41-21 0,-59 35 0,0 1 0,1 0 0,-1 1 0,1 0 0,-1 0 0,1 1 0,0 0 0,15 1 0,-23 1 0,1 0 0,-1 0 0,0 1 0,1-1 0,-1 1 0,0 0 0,1 0 0,-1 0 0,0 0 0,0 1 0,0-1 0,0 1 0,0 0 0,0 0 0,0 0 0,3 4 0,1 2 0,0 1 0,0-1 0,9 19 0,-12-20 0,0 1 0,1-2 0,-1 1 0,2 0 0,-1-1 0,11 10 0,-13-14 0,0 0 0,0-1 0,0 1 0,0-1 0,0 0 0,0 0 0,0 0 0,0 0 0,1 0 0,-1-1 0,0 1 0,0-1 0,1 0 0,-1 0 0,0 0 0,1-1 0,-1 1 0,0-1 0,1 0 0,-1 0 0,5-2 0,58-29 0,-52 24 0,0 1 0,0 0 0,25-7 0,-34 12 0,-1 1 0,1 1 0,-1-1 0,0 1 0,1-1 0,-1 1 0,1 1 0,-1-1 0,1 0 0,-1 1 0,0 0 0,1 0 0,-1 1 0,0-1 0,0 1 0,0 0 0,5 3 0,-3-2 0,0 0 0,1 0 0,-1 0 0,0-1 0,1 0 0,-1 0 0,1 0 0,0-1 0,0 0 0,-1-1 0,1 1 0,7-1 0,5-2 0,0-1 0,34-9 0,-43 8 0,0 1 0,1 0 0,-1 1 0,1 0 0,-1 0 0,1 1 0,-1 1 0,1 0 0,0 0 0,-1 1 0,1 0 0,-1 1 0,1 1 0,11 3 0,-10 0 0,0 0 0,1-2 0,-1 1 0,1-2 0,22 5 0,-28-8 0,-1 0 0,1-1 0,-1 1 0,1-1 0,-1 0 0,0-1 0,0 0 0,1 0 0,-1 0 0,0-1 0,-1 1 0,1-1 0,9-7 0,7-5 0,-13 8 0,1 1 0,-1 0 0,1 1 0,16-7 0,-22 11 0,1 0 0,-1 0 0,1 0 0,0 0 0,-1 1 0,1 0 0,0 0 0,0 0 0,-1 1 0,1 0 0,0-1 0,-1 2 0,1-1 0,5 3 0,6 3 0,-1 1 0,0 0 0,-1 1 0,15 12 0,-14-10 0,-1-1 0,1-1 0,27 13 0,-39-21 0,0 0 0,0-1 0,0 1 0,0-1 0,0 1 0,0-1 0,0 0 0,0 0 0,0 0 0,0-1 0,0 1 0,0-1 0,0 0 0,0 1 0,0-1 0,0 0 0,-1-1 0,1 1 0,0-1 0,-1 1 0,4-3 0,6-6 0,-1 1 0,0-1 0,13-16 0,1-1 0,-19 22-70,3-4-74,0 0 0,1 0 0,0 1 0,1 0 0,0 0 1,0 1-1,1 1 0,22-9 0,-10 10-6682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4T22:19:19.008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0 2038 24575,'1'0'0,"-1"-1"0,1 1 0,-1-1 0,0 1 0,1-1 0,-1 1 0,1-1 0,0 1 0,-1-1 0,1 1 0,-1 0 0,1-1 0,0 1 0,-1 0 0,1 0 0,-1-1 0,1 1 0,0 0 0,-1 0 0,1 0 0,0 0 0,-1 0 0,1 0 0,0 0 0,-1 0 0,1 0 0,0 0 0,-1 0 0,1 1 0,0-1 0,-1 0 0,1 0 0,0 1 0,-1-1 0,2 1 0,27 9 0,5 6 0,-2 3 0,0 1 0,-1 1 0,47 41 0,29 21 0,-106-81 0,1 0 0,0-1 0,0 1 0,0-1 0,1 0 0,-1 0 0,0 0 0,0 0 0,1 0 0,-1 0 0,0-1 0,1 1 0,-1-1 0,1 1 0,-1-1 0,1 0 0,-1 0 0,1 0 0,-1-1 0,1 1 0,-1 0 0,0-1 0,1 0 0,-1 1 0,0-1 0,1 0 0,2-2 0,1-2 0,0 0 0,0-1 0,0 0 0,-1 0 0,0-1 0,9-13 0,-13 18 0,48-73 0,-28 40 0,2 0 0,1 1 0,2 2 0,1 0 0,57-51 0,-82 81 0,1 0 0,-1 0 0,0 0 0,1 0 0,0 1 0,-1-1 0,1 1 0,0-1 0,-1 1 0,1 0 0,0 0 0,0 1 0,0-1 0,0 0 0,0 1 0,0 0 0,0 0 0,0 0 0,0 0 0,0 0 0,0 1 0,0-1 0,4 2 0,-3 0 0,1 1 0,-1 0 0,0 0 0,0 0 0,0 1 0,-1 0 0,1-1 0,-1 1 0,0 0 0,0 0 0,0 1 0,-1-1 0,4 7 0,21 46 0,-20-38 0,1-1 0,2 0 0,-1-1 0,2 0 0,0 0 0,19 20 0,-27-35 0,-1 1 0,1-1 0,0 0 0,-1-1 0,1 1 0,0 0 0,1-1 0,-1 0 0,0 0 0,0 0 0,0 0 0,1 0 0,-1 0 0,0-1 0,1 0 0,6 0 0,2-1 0,0-1 0,0 0 0,17-6 0,-20 5 0,-1 1 0,1-1 0,0 2 0,0-1 0,0 1 0,0 1 0,14 0 0,-3 4 0,-1 2 0,1 0 0,-1 2 0,-1 0 0,25 14 0,-24-11 0,1-2 0,-1 0 0,2-1 0,39 10 0,-16-13 0,0-1 0,1-3 0,0-2 0,-1-1 0,47-9 0,-26 3 0,-44 8 0,-1 1 0,0 0 0,0 1 0,0 2 0,0 0 0,0 1 0,-1 1 0,0 0 0,25 13 0,-10-5 0,50 13 0,-71-24 0,1-1 0,-1 0 0,0 0 0,0-2 0,1 0 0,-1 0 0,22-4 0,48-19 0,-62 16 0,1 1 0,26-5 0,-39 10 0,-1 0 0,1 1 0,-1 0 0,1 0 0,-1 1 0,1 0 0,-1 1 0,1 0 0,11 4 0,3 3 0,1-1 0,0-1 0,36 5 0,-53-11 0,0 0 0,0 0 0,0-1 0,0 0 0,0-1 0,-1 0 0,1 0 0,0 0 0,0-1 0,0 0 0,-1 0 0,1-1 0,-1 1 0,1-1 0,-1-1 0,0 1 0,5-6 0,54-57 0,-28 25 0,-36 40 0,0 0 0,0 0 0,-1 0 0,1 0 0,0 0 0,0 0 0,0 0 0,0 0 0,0 0 0,1 1 0,-1-1 0,0 0 0,0 1 0,0-1 0,1 1 0,-1-1 0,0 1 0,0 0 0,1-1 0,-1 1 0,0 0 0,1 0 0,-1 0 0,0 0 0,1 0 0,-1 0 0,0 1 0,1-1 0,-1 0 0,0 1 0,1-1 0,-1 1 0,0-1 0,0 1 0,0-1 0,0 1 0,1 0 0,0 1 0,3 4 0,0 0 0,0 1 0,-1-1 0,1 1 0,5 14 0,-8-15 0,1 0 0,0-1 0,1 1 0,-1 0 0,1-1 0,5 5 0,-1-4 0,1 0 0,0-1 0,0-1 0,1 1 0,0-2 0,14 5 0,-12-4 0,1 0 0,-1 1 0,17 9 0,-9-1 0,0 0 0,0 0 0,0-2 0,1 0 0,40 13 0,-54-22 0,0 0 0,1-1 0,-1 0 0,0 0 0,0-1 0,1 0 0,-1 0 0,0-1 0,0 0 0,0 0 0,0-1 0,1 0 0,-2 0 0,1 0 0,0-1 0,0 0 0,-1-1 0,0 1 0,0-1 0,7-5 0,-9 5 0,1 0 0,0 1 0,0 0 0,1 0 0,-1 0 0,0 0 0,8-1 0,-10 3 0,0 1 0,0 0 0,0-1 0,1 2 0,-1-1 0,0 0 0,0 0 0,0 1 0,0 0 0,0 0 0,0 0 0,0 0 0,-1 0 0,1 0 0,5 4 0,3 0 0,-1-1 0,1-1 0,1 1 0,-1-1 0,0-1 0,1 0 0,0-1 0,-1 0 0,24-2 0,-25 0 0,0 1 0,1 0 0,-1 0 0,1 1 0,-1 1 0,0-1 0,0 2 0,0-1 0,0 2 0,0-1 0,0 1 0,11 7 0,-14-6 0,-2-1 0,0-1 0,0 1 0,0-1 0,0 0 0,1-1 0,8 4 0,-12-6 0,0 0 0,0 1 0,0-1 0,0 0 0,0 0 0,0 0 0,0-1 0,0 1 0,-1 0 0,1-1 0,0 1 0,0-1 0,0 0 0,-1 1 0,1-1 0,0 0 0,0 0 0,-1 0 0,1 0 0,-1-1 0,1 1 0,-1 0 0,0-1 0,0 1 0,3-4 0,41-58 0,17-23 0,-55 79 0,-1 0 0,1 0 0,1 1 0,-1 0 0,1 0 0,0 0 0,0 1 0,14-6 0,-20 10 0,0 1 0,0-1 0,0 1 0,0 0 0,0 0 0,0-1 0,0 1 0,0 1 0,0-1 0,0 0 0,0 0 0,0 1 0,0-1 0,0 1 0,-1-1 0,1 1 0,0 0 0,0 0 0,0 0 0,-1 0 0,1 0 0,-1 0 0,1 0 0,-1 1 0,1-1 0,-1 1 0,1-1 0,1 4 0,5 6 0,0 0 0,-1 1 0,7 17 0,3 2 0,-16-30 0,0 1 0,0-1 0,0 1 0,0 0 0,0-1 0,1 0 0,-1 1 0,0-1 0,1 0 0,-1 1 0,1-1 0,-1 0 0,1 0 0,-1 0 0,1 0 0,3 0 0,-4-1 0,-1 0 0,1 0 0,0 0 0,-1-1 0,1 1 0,0 0 0,-1-1 0,1 1 0,-1-1 0,1 1 0,0-1 0,-1 1 0,1-1 0,-1 1 0,0-1 0,1 1 0,-1-1 0,1 0 0,-1 1 0,0-1 0,1 0 0,-1 1 0,0-1 0,0 0 0,1 1 0,-1-1 0,0 0 0,0 0 0,2-14 0,0 1 0,-1-1 0,-1-17 0,0 12 0,10-131 0,2-80 0,-13-802 0,4 984 0,10-62 0,-2 36 0,15-62 0,0 11 0,-13 50 0,24-75 0,-16 73 0,-21 76 0,0 0 0,1 0 0,-1 0 0,1 0 0,0 0 0,-1 1 0,1-1 0,0 0 0,0 0 0,0 1 0,0-1 0,0 0 0,1 1 0,1-2 0,-3 2 0,1 1 0,0 0 0,-1 0 0,1 0 0,-1 0 0,1 0 0,-1 0 0,1 0 0,-1 0 0,1 0 0,-1 0 0,1 0 0,-1 0 0,1 1 0,-1-1 0,1 0 0,-1 0 0,1 0 0,-1 1 0,1-1 0,-1 0 0,1 1 0,-1-1 0,0 0 0,1 1 0,-1-1 0,0 0 0,1 1 0,-1-1 0,0 1 0,1 0 0,3 6 0,0 0 0,0 0 0,-1 1 0,0-1 0,2 11 0,155 745 0,-156-741 0,60 295 0,4 27 0,11 52 0,-48-255 0,-13-59 0,3-1 0,34 82 0,-52-157 0,-1 1 0,1-1 0,0 0 0,1 0 0,-1 0 0,1-1 0,0 1 0,7 6 0,-9-10 0,1-1 0,-1 1 0,0-1 0,1 1 0,-1-1 0,1 0 0,-1 0 0,1 0 0,-1-1 0,1 1 0,0-1 0,-1 1 0,1-1 0,0 0 0,-1 0 0,1 0 0,0 0 0,0-1 0,-1 1 0,1-1 0,0 1 0,-1-1 0,1 0 0,2-1 0,39-17 0,-2-2 0,0-2 0,50-36 0,-42 26 0,78-39 0,-122 69 0,0 0 0,0 1 0,1 0 0,-1 0 0,1 0 0,-1 1 0,10-1 0,-12 2 0,-1 0 0,0 0 0,1 1 0,-1 0 0,0-1 0,1 1 0,-1 0 0,0 0 0,0 1 0,0-1 0,0 1 0,0 0 0,0-1 0,-1 1 0,1 0 0,3 4 0,34 34 0,-22-22 0,1 0 0,26 19 0,-38-32 0,1 0 0,-1-1 0,1 0 0,0 0 0,0-1 0,0 0 0,1 0 0,-1-1 0,1 0 0,15 1 0,-2-2 0,0-1 0,0-2 0,0 0 0,0-1 0,-1-2 0,30-9 0,126-55 0,-13 4 0,-49 23 0,-72 25 0,0 2 0,1 2 0,77-14 0,-113 26 0,0 1 0,0-1 0,1 2 0,-1-1 0,0 1 0,0 0 0,0 1 0,0-1 0,-1 2 0,1-1 0,0 1 0,-1 0 0,9 5 0,1 4 0,-1 0 0,0 1 0,25 25 0,-16-14 0,-17-18 0,1 1 0,0-1 0,0-1 0,0 1 0,1-2 0,0 1 0,0-1 0,0-1 0,0 0 0,1 0 0,-1-1 0,1 0 0,14 0 0,18-1 0,-1-1 0,44-7 0,-51 4 0,238-38 0,-53 6 0,-148 22 0,-1-2 0,88-31 0,-89 23 0,1 4 0,76-11 0,-133 29 0,-1 1 0,1 1 0,-1 0 0,0 1 0,0 0 0,1 1 0,13 6 0,41 6 0,8-7 0,108-4 0,29 3 0,-197-6 0,-1 1 0,0 1 0,0 0 0,0 1 0,0 1 0,-1 0 0,0 1 0,0 1 0,0 0 0,-1 1 0,0 0 0,0 1 0,-1 0 0,-1 1 0,1 1 0,14 17 0,-21-22 0,1 2 0,1 0 0,1 0 0,-1-1 0,16 13 0,-20-19 0,0 1 0,1 0 0,-1-1 0,0 1 0,1-1 0,-1 0 0,1 0 0,-1-1 0,1 1 0,-1-1 0,1 1 0,-1-1 0,1 0 0,-1 0 0,1-1 0,0 1 0,-1-1 0,5-1 0,26-10 0,0-1 0,-1-2 0,40-24 0,-37 19 0,1 2 0,43-16 0,-60 27 0,-1 1 0,1 1 0,0 1 0,33-3 0,-47 7 0,-1-1 0,1 2 0,-1-1 0,1 1 0,0-1 0,-1 2 0,1-1 0,-1 0 0,1 1 0,-1 0 0,0 1 0,0-1 0,0 1 0,0 0 0,-1 0 0,1 0 0,-1 1 0,1 0 0,-1 0 0,0 0 0,3 5 0,4 6 0,-3-4 0,0 0 0,1 0 0,0-1 0,15 12 0,-20-19 0,0 0 0,0 0 0,0-1 0,1 1 0,-1-1 0,1-1 0,-1 1 0,1 0 0,0-1 0,0 0 0,0 0 0,0-1 0,0 1 0,0-1 0,0 0 0,5-1 0,10-3 0,1-1 0,-1-1 0,-1 0 0,1-1 0,-1-2 0,0 0 0,29-19 0,-17 10 0,47-19 0,-67 33 0,0 0 0,0 1 0,0 0 0,0 1 0,1 0 0,-1 1 0,0 0 0,19 2 0,-25-1 0,-1 1 0,1 0 0,-1 0 0,1 0 0,0 0 0,-1 1 0,0 0 0,1 0 0,-1 0 0,0 1 0,0-1 0,0 1 0,-1 0 0,1 0 0,3 4 0,3 4 0,-2 1 0,1-1 0,10 22 0,-13-22 0,0 0 0,1 0 0,1-1 0,15 18 0,-19-25 0,0 0 0,-1 0 0,1 0 0,0-1 0,1 0 0,-1 1 0,0-2 0,0 1 0,1 0 0,-1-1 0,1 0 0,0 0 0,-1 0 0,1 0 0,0-1 0,0 0 0,6 0 0,82-10 0,-72 6 0,0 1 0,1 0 0,-1 2 0,1 1 0,-1 0 0,1 2 0,-1 1 0,35 8 0,-48-8 0,0-1 0,0 0 0,0 0 0,0 0 0,0-1 0,0 0 0,0-1 0,0 0 0,1 0 0,-1-1 0,0 0 0,0 0 0,0-1 0,0 0 0,0-1 0,0 1 0,14-8 0,44-23-1365,-39 20-5461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4T22:19:20.661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110 1 24575,'-14'17'0,"1"0"0,1 1 0,1 0 0,0 1 0,2 1 0,0-1 0,-6 23 0,12-35 0,0 0 0,1 0 0,0 0 0,0 0 0,1 1 0,0-1 0,-1 11 0,3-15 0,-1-1 0,0 1 0,1 0 0,-1 0 0,1-1 0,0 1 0,0-1 0,0 1 0,1-1 0,-1 1 0,0-1 0,1 1 0,0-1 0,-1 0 0,1 0 0,0 0 0,0 0 0,0 0 0,0-1 0,1 1 0,-1 0 0,0-1 0,4 2 0,9 4 0,1-1 0,0 0 0,0-1 0,1-1 0,0 0 0,29 2 0,109-1 0,-118-6 0,28 1-1365,-12-1-5461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4T22:19:22.146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1 969 24575,'0'-2'0,"1"0"0,0 0 0,0 0 0,0 1 0,0-1 0,0 0 0,0 0 0,0 0 0,0 1 0,1-1 0,-1 1 0,1-1 0,-1 1 0,1 0 0,0-1 0,0 1 0,-1 0 0,1 0 0,0 0 0,0 0 0,0 0 0,0 1 0,0-1 0,0 1 0,0-1 0,0 1 0,0 0 0,4 0 0,432-95 0,-71 17 0,1905-377 0,-1891 385 0,531-86 0,6 76 0,-55 81 119,-322 3-1603,-520-4-5342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FF02B1-68F1-4023-BA4B-3290077BA8C9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0AF858-0E5C-4258-80C5-0C25D37657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615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26A760-158A-4A55-99E4-51651CC4CD41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06757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EE059-52D3-1A12-ECFF-2D482CF0E1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DE52AA-8125-8F3D-C265-0914534072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0D9580-A719-0B66-1151-862A8620F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0F853-65A0-4E00-97EE-BDF2574674CF}" type="datetime1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EB0CA2-9AF1-965C-D0D7-8AE9EDBB2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Rotorcraft Aerodynamics and Aeroacoustics (RAA) Lab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1C8BE6-C8DD-0D3E-51DA-D9CE63E59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DEEF-9B13-4F08-AF97-BC2C698456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7284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30564-A630-E8D3-F5B0-507FBD05F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70F451-F430-D249-0B3A-137E72D60A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1671B1-0440-A2E2-211C-C5685D3808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7AE00-8270-41CE-AE4A-062B85E1507B}" type="datetime1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9C3312-8868-F942-464C-346098430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Rotorcraft Aerodynamics and Aeroacoustics (RAA) Lab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0E73AC-9585-AB4B-5652-DD82A398B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DEEF-9B13-4F08-AF97-BC2C698456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7254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95F15-E73F-1239-1832-0375F5A13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1A8BAF-C44D-BD33-5E58-3CCAAC5A21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BF4EE7-4DD0-222E-DBD4-104D7A9A6F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0B2A7-13C4-40D9-8467-144D2C82FC8D}" type="datetime1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13693D-264D-66CE-E80E-9A9530BE2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Rotorcraft Aerodynamics and Aeroacoustics (RAA) Lab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F41AD6-A727-949A-E7C6-1AA0790D9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DEEF-9B13-4F08-AF97-BC2C698456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6493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672CA-8B20-1FBF-D683-9986E29A3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95282D-8546-DCEE-26D8-8D917855C7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E0F0C5-999E-D582-A472-85949EFA2F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AFA587-3229-58E6-27B5-3B53A71BA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76856-3184-456D-8BB9-D40B9F486DEA}" type="datetime1">
              <a:rPr lang="en-US" smtClean="0"/>
              <a:t>9/22/2025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41E4B7-A75A-BC83-1CDA-EDC4BB30C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Rotorcraft Aerodynamics and Aeroacoustics (RAA) Lab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988B3B-B50A-F344-05E1-F4419ABEC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DEEF-9B13-4F08-AF97-BC2C698456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554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C1ED2-9CEF-C802-DA96-1C364A053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BF51C9-7509-65C2-B94C-65A21176B3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7BA74F-398D-6D06-C47D-26412ED4E4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AC3AFC-44EF-ED4F-1870-DA9A3B9CCD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43D04C-A11F-FA50-95DE-D84E04DA7C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5338B78-A771-1749-F92C-B9AD4BE73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438DA-ECF3-47C8-9F35-F9D6C42F4573}" type="datetime1">
              <a:rPr lang="en-US" smtClean="0"/>
              <a:t>9/22/2025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29FB99-AEBD-F048-C3A8-149FC68F1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Rotorcraft Aerodynamics and Aeroacoustics (RAA) Lab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711C2D4-9C25-3DBC-FDB2-C082153C5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DEEF-9B13-4F08-AF97-BC2C698456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338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02069-07F9-2DEA-9B8B-02B7EAC10C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BC1551-BF40-006B-0C07-E58B28415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F7B6D-6C90-4691-B182-5D206CC47ABC}" type="datetime1">
              <a:rPr lang="en-US" smtClean="0"/>
              <a:t>9/22/2025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F061AB-7C40-843C-E365-B80F3EAE7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Rotorcraft Aerodynamics and Aeroacoustics (RAA) Lab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501503-64C7-2228-8F05-9ADE7E5DA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DEEF-9B13-4F08-AF97-BC2C698456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9955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720C8C-A737-1E31-5709-1FE164BB0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6A235-AAF8-4971-A8C0-1E863DB57AEC}" type="datetime1">
              <a:rPr lang="en-US" smtClean="0"/>
              <a:t>9/22/2025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D739D2-30B6-C880-C047-F68CD07B2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Rotorcraft Aerodynamics and Aeroacoustics (RAA) Lab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733CAC-F851-824A-B3E1-A9488DCD3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DEEF-9B13-4F08-AF97-BC2C698456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8938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E36D8-BFDE-96B3-0A33-A4871E77A0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4CF14A-903A-AA1A-654E-AE32B93343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33EC47-9ED7-32AA-547E-FE74341A83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F897BF-0712-B40D-C5DD-1BD1AD5122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2ED20-58F7-4B74-B385-9D9B3B2DF1B6}" type="datetime1">
              <a:rPr lang="en-US" smtClean="0"/>
              <a:t>9/22/2025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4FE320-D0DF-EED5-5BC4-FC2EBF445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Rotorcraft Aerodynamics and Aeroacoustics (RAA) Lab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D93C85-FEB0-5D33-3BDD-EF05FED9C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DEEF-9B13-4F08-AF97-BC2C698456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4780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90883-F74A-1FE7-8E84-73E1837669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FDEE32E-29FD-F249-08DE-A05A203D3A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0D6BEA-19E6-21CE-2ED4-E01D233CCD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035F1E-825F-EBB4-4B8C-99E143821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F5C88-7F2A-4604-B7E1-00781FB65FF6}" type="datetime1">
              <a:rPr lang="en-US" smtClean="0"/>
              <a:t>9/22/2025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B9ED56-44DE-2E56-8D54-731B7E3CB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Rotorcraft Aerodynamics and Aeroacoustics (RAA) Lab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C70138-5858-A9AA-E961-F60579EA3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DEEF-9B13-4F08-AF97-BC2C698456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2497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5B75D-A042-D8F7-2E29-1D09768D3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536EC5-92AE-6FE7-6E95-DBBF741D71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7B7AFD-4EAA-9D70-A312-471E2D4F1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D3507-C4EF-48F3-B708-944AA44D0C6F}" type="datetime1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54C93C-99C0-5EEA-AD09-D4E6BCBBA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Rotorcraft Aerodynamics and Aeroacoustics (RAA) Lab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BF16D3-4004-16AB-5736-0DBF24730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DEEF-9B13-4F08-AF97-BC2C698456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8695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468D71-901E-A04D-743E-7BDCF5C439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C937C0-64D3-D676-4CD4-020AEDB21A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EB3D68-2363-BB18-781D-F649815FD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D48D8-507C-4391-BC40-595A3401A731}" type="datetime1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D2A953-D89B-CFDD-3E8F-5848A6070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Rotorcraft Aerodynamics and Aeroacoustics (RAA) Lab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DCCEEA-F605-8AED-AE71-6F19F047E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DEEF-9B13-4F08-AF97-BC2C698456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344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close-up of a sign&#10;&#10;Description automatically generated">
            <a:extLst>
              <a:ext uri="{FF2B5EF4-FFF2-40B4-BE49-F238E27FC236}">
                <a16:creationId xmlns:a16="http://schemas.microsoft.com/office/drawing/2014/main" id="{33E7A41D-7DE2-B8A6-C7F9-1D5A625E6D09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519577" cy="703916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3E72868-283F-67E7-3AD3-BDA6960362E2}"/>
              </a:ext>
            </a:extLst>
          </p:cNvPr>
          <p:cNvCxnSpPr/>
          <p:nvPr userDrawn="1"/>
        </p:nvCxnSpPr>
        <p:spPr>
          <a:xfrm>
            <a:off x="0" y="6515557"/>
            <a:ext cx="12192000" cy="0"/>
          </a:xfrm>
          <a:prstGeom prst="line">
            <a:avLst/>
          </a:prstGeom>
          <a:ln w="76200">
            <a:gradFill flip="none" rotWithShape="1">
              <a:gsLst>
                <a:gs pos="100000">
                  <a:schemeClr val="tx1"/>
                </a:gs>
                <a:gs pos="53000">
                  <a:schemeClr val="accent2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2C987E0-79E2-1920-942D-5896EC307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1B23FB-B337-4AB5-DF66-EB022C71A7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B7CFA0-F8DA-AF19-DB93-46A2F8AC46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51555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37EFD5-A031-44DB-8942-DB0A1DBA0972}" type="datetime1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CA4809-585D-1308-3374-300FD6DEBD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08428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Rotorcraft Aerodynamics and Aeroacoustics (RAA) Lab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6563CF-38BA-17EE-87F9-458DDC495E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5226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04DEEF-9B13-4F08-AF97-BC2C698456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1316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customXml" Target="../ink/ink6.xml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image" Target="../media/image2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0" Type="http://schemas.openxmlformats.org/officeDocument/2006/relationships/image" Target="../media/image24.png"/><Relationship Id="rId4" Type="http://schemas.openxmlformats.org/officeDocument/2006/relationships/image" Target="../media/image21.png"/><Relationship Id="rId9" Type="http://schemas.openxmlformats.org/officeDocument/2006/relationships/customXml" Target="../ink/ink4.xml"/><Relationship Id="rId14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26B3C70-E0D2-4DC0-8AC3-914A37CF64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3697" y="1122363"/>
            <a:ext cx="9684605" cy="2306637"/>
          </a:xfrm>
        </p:spPr>
        <p:txBody>
          <a:bodyPr>
            <a:normAutofit/>
          </a:bodyPr>
          <a:lstStyle/>
          <a:p>
            <a:r>
              <a:rPr lang="en-US" dirty="0"/>
              <a:t>Weekly Meeting</a:t>
            </a: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2F54EB26-EB19-4278-A29E-32C6BE30D9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92802"/>
            <a:ext cx="9144000" cy="1655762"/>
          </a:xfrm>
        </p:spPr>
        <p:txBody>
          <a:bodyPr>
            <a:normAutofit/>
          </a:bodyPr>
          <a:lstStyle/>
          <a:p>
            <a:r>
              <a:rPr lang="en-US" dirty="0"/>
              <a:t>Grace Sian</a:t>
            </a:r>
          </a:p>
          <a:p>
            <a:r>
              <a:rPr lang="en-US" dirty="0"/>
              <a:t>Sept 22, 2025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5CAA65-7458-4C18-A623-08214259E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Rotorcraft Aerodynamics and Aeroacoustics (RAA) Lab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ED93D28-61EA-7EB5-79E2-577156EB5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EF511-EE13-44EC-905F-18D9374423DF}" type="datetime1">
              <a:rPr lang="en-US" smtClean="0"/>
              <a:t>9/22/2025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7E89C0-AFF6-7ACF-8E3F-9C959969D3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50876" y="6515561"/>
            <a:ext cx="2507822" cy="3424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8F63A3B-78C7-47BE-AE5E-E10140E04643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65574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7FFE2-35F9-867F-DC32-2D1E5D0A0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Weekly research progress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B6BB2D-7E90-67A9-1042-39F191239C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Finished</a:t>
            </a:r>
          </a:p>
          <a:p>
            <a:pPr lvl="1"/>
            <a:r>
              <a:rPr lang="en-US" dirty="0"/>
              <a:t>Abstract - Introduction </a:t>
            </a:r>
          </a:p>
          <a:p>
            <a:pPr lvl="1"/>
            <a:r>
              <a:rPr lang="en-US" dirty="0"/>
              <a:t>Gunshot data compared to paper</a:t>
            </a:r>
          </a:p>
          <a:p>
            <a:pPr lvl="1"/>
            <a:r>
              <a:rPr lang="en-US" dirty="0"/>
              <a:t>MATLAB code </a:t>
            </a:r>
          </a:p>
          <a:p>
            <a:pPr marL="914400" lvl="2" indent="0">
              <a:buNone/>
            </a:pPr>
            <a:endParaRPr lang="en-US" dirty="0"/>
          </a:p>
          <a:p>
            <a:r>
              <a:rPr lang="en-US" dirty="0"/>
              <a:t>On-going</a:t>
            </a:r>
          </a:p>
          <a:p>
            <a:pPr lvl="1"/>
            <a:r>
              <a:rPr lang="en-US" dirty="0"/>
              <a:t>Recording Data [40%]</a:t>
            </a:r>
          </a:p>
          <a:p>
            <a:pPr lvl="1"/>
            <a:r>
              <a:rPr lang="en-US" dirty="0"/>
              <a:t>Writing paper draft for 2026 VFS [30%]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5D401E-8E45-A56A-ACDE-C3115B6C6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7AE00-8270-41CE-AE4A-062B85E1507B}" type="datetime1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DC390C-47AF-C7B9-8D86-C2D2AE7D3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Rotorcraft Aerodynamics and Aeroacoustics (RAA) Lab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365F1C-1F27-21D1-4444-35392ECF2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DEEF-9B13-4F08-AF97-BC2C6984563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3274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B3FF2-00E7-2FCB-BBC2-68F08EB52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7F011A-E151-C3EC-3529-E9DA06C78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7AE00-8270-41CE-AE4A-062B85E1507B}" type="datetime1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AEC31D-E9ED-A4EB-B6DF-044840ACD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Rotorcraft Aerodynamics and Aeroacoustics (RAA) Lab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89DC16-B5D5-4624-7F56-858E7526A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DEEF-9B13-4F08-AF97-BC2C69845632}" type="slidenum">
              <a:rPr lang="en-US" smtClean="0"/>
              <a:t>3</a:t>
            </a:fld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7B195D0-8F73-1592-5D5D-B7853B2928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549303"/>
            <a:ext cx="4953255" cy="375939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00B87B1-6C02-713C-09A5-5E0C4773C7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4462" y="1198386"/>
            <a:ext cx="4887007" cy="3886742"/>
          </a:xfrm>
          <a:prstGeom prst="rect">
            <a:avLst/>
          </a:prstGeom>
        </p:spPr>
      </p:pic>
      <p:sp>
        <p:nvSpPr>
          <p:cNvPr id="10" name="Rectangle 1">
            <a:extLst>
              <a:ext uri="{FF2B5EF4-FFF2-40B4-BE49-F238E27FC236}">
                <a16:creationId xmlns:a16="http://schemas.microsoft.com/office/drawing/2014/main" id="{076147EA-7155-BC77-2F15-65020F1FB31C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757850" y="5555464"/>
            <a:ext cx="3113953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Maher, R. C., and Routh, T. K., 2017, “Gunshot Acoustics: Pistol vs. Revolver,” Audio Engineering Society. </a:t>
            </a: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84912949-3486-6F0E-B8D4-81545F55D463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8698018" y="5416964"/>
            <a:ext cx="1501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Our gunshot data</a:t>
            </a:r>
          </a:p>
        </p:txBody>
      </p:sp>
    </p:spTree>
    <p:extLst>
      <p:ext uri="{BB962C8B-B14F-4D97-AF65-F5344CB8AC3E}">
        <p14:creationId xmlns:p14="http://schemas.microsoft.com/office/powerpoint/2010/main" val="9583335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EC7DA3-3EB8-E0BD-2734-A599D6DE1E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4D19A-5775-1D58-9897-7CF11AFAB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 (expected and collected)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AAAB71-BA6C-2E7E-03EA-4F4A9E879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7AE00-8270-41CE-AE4A-062B85E1507B}" type="datetime1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012EBE-46A9-BCE1-CA6D-EE88F68C5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Rotorcraft Aerodynamics and Aeroacoustics (RAA) Lab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C2F6F9-06D5-4D67-63D8-5810C455D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DEEF-9B13-4F08-AF97-BC2C69845632}" type="slidenum">
              <a:rPr lang="en-US" smtClean="0"/>
              <a:t>4</a:t>
            </a:fld>
            <a:endParaRPr lang="en-US"/>
          </a:p>
        </p:txBody>
      </p:sp>
      <p:sp>
        <p:nvSpPr>
          <p:cNvPr id="13" name="Rectangle 1">
            <a:extLst>
              <a:ext uri="{FF2B5EF4-FFF2-40B4-BE49-F238E27FC236}">
                <a16:creationId xmlns:a16="http://schemas.microsoft.com/office/drawing/2014/main" id="{254419ED-C39C-2135-89D4-87A417153A2D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757849" y="5734182"/>
            <a:ext cx="3113953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Last week expected result</a:t>
            </a:r>
          </a:p>
        </p:txBody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6FA7787B-F1F6-1E46-1AE9-234C631860A9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7891822" y="5740131"/>
            <a:ext cx="3113953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week result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D18DD89-E5E4-2271-2942-72982B91B1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456" y="2335995"/>
            <a:ext cx="5786740" cy="284086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6D9B2EB-C8F2-20A3-B588-D4FE153D43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6585" y="1600611"/>
            <a:ext cx="4887007" cy="3886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62950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9F903-8AF6-EBEC-2E4A-0A61C67DA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 (expected and collected)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2ACB7D-B7F6-EC83-3E2C-7D5E23FD4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7AE00-8270-41CE-AE4A-062B85E1507B}" type="datetime1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C58B66-36A1-F2D9-81CA-4044A933C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Rotorcraft Aerodynamics and Aeroacoustics (RAA) Lab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7D1F8E-5185-5CAD-E603-7B66CD1A7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DEEF-9B13-4F08-AF97-BC2C69845632}" type="slidenum">
              <a:rPr lang="en-US" smtClean="0"/>
              <a:t>5</a:t>
            </a:fld>
            <a:endParaRPr lang="en-US"/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203E4C7C-F8C1-0D00-2A0E-4A91CBDD20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501" y="1992085"/>
            <a:ext cx="5562886" cy="2635385"/>
          </a:xfrm>
          <a:prstGeom prst="rect">
            <a:avLst/>
          </a:prstGeom>
        </p:spPr>
      </p:pic>
      <p:sp>
        <p:nvSpPr>
          <p:cNvPr id="13" name="Rectangle 1">
            <a:extLst>
              <a:ext uri="{FF2B5EF4-FFF2-40B4-BE49-F238E27FC236}">
                <a16:creationId xmlns:a16="http://schemas.microsoft.com/office/drawing/2014/main" id="{8DCB4478-3D76-DA52-C128-203607F808A2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757850" y="5740130"/>
            <a:ext cx="3113953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ChatGPT example gunshot SPL vs Freq</a:t>
            </a:r>
          </a:p>
        </p:txBody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DC02FA04-0468-0AE3-A38F-48004B131944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7891822" y="5740131"/>
            <a:ext cx="3113953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Our gunshot data SPL vs Freq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FB25386-5F82-CFAB-8780-6696BE0A86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6792" y="1778560"/>
            <a:ext cx="4730993" cy="3873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1325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43B8F-FFD7-F716-1045-CCA397E74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247" y="512888"/>
            <a:ext cx="10515600" cy="1619938"/>
          </a:xfrm>
        </p:spPr>
        <p:txBody>
          <a:bodyPr/>
          <a:lstStyle/>
          <a:p>
            <a:r>
              <a:rPr lang="en-US" dirty="0"/>
              <a:t>Visualized figure for VFS abstract</a:t>
            </a:r>
            <a:br>
              <a:rPr lang="en-US" dirty="0"/>
            </a:br>
            <a:r>
              <a:rPr lang="en-US" dirty="0"/>
              <a:t>(next week)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2D6471-9A5E-7093-61D5-4A2182C6D3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7AE00-8270-41CE-AE4A-062B85E1507B}" type="datetime1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4FB9F5-999C-852D-5CD3-FFB469336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Rotorcraft Aerodynamics and Aeroacoustics (RAA) Lab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BF045B-6FA7-6C2C-6107-8936C0494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DEEF-9B13-4F08-AF97-BC2C69845632}" type="slidenum">
              <a:rPr lang="en-US" smtClean="0"/>
              <a:t>6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52E3BD2-17D5-67FB-BD38-A6F5019F1A2B}"/>
              </a:ext>
            </a:extLst>
          </p:cNvPr>
          <p:cNvCxnSpPr/>
          <p:nvPr/>
        </p:nvCxnSpPr>
        <p:spPr>
          <a:xfrm>
            <a:off x="1207008" y="2221805"/>
            <a:ext cx="0" cy="3803904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D21F5AE-0A8C-5BF8-52C9-A6BF614826F1}"/>
              </a:ext>
            </a:extLst>
          </p:cNvPr>
          <p:cNvCxnSpPr>
            <a:cxnSpLocks/>
          </p:cNvCxnSpPr>
          <p:nvPr/>
        </p:nvCxnSpPr>
        <p:spPr>
          <a:xfrm flipH="1">
            <a:off x="1207008" y="6007421"/>
            <a:ext cx="7827264" cy="0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53B79042-B3CB-11D9-B6CE-2C8E33464560}"/>
              </a:ext>
            </a:extLst>
          </p:cNvPr>
          <p:cNvSpPr txBox="1"/>
          <p:nvPr/>
        </p:nvSpPr>
        <p:spPr>
          <a:xfrm rot="16200000">
            <a:off x="-117290" y="3903446"/>
            <a:ext cx="10771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SPL (dB)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4C2F6C-737B-A5CD-286D-42816FCBE047}"/>
              </a:ext>
            </a:extLst>
          </p:cNvPr>
          <p:cNvSpPr txBox="1"/>
          <p:nvPr/>
        </p:nvSpPr>
        <p:spPr>
          <a:xfrm>
            <a:off x="4532376" y="6139096"/>
            <a:ext cx="17377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Frequency (Hz)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C5D3102-BA60-3A31-F98D-AE07BF1A26B4}"/>
              </a:ext>
            </a:extLst>
          </p:cNvPr>
          <p:cNvCxnSpPr>
            <a:cxnSpLocks/>
          </p:cNvCxnSpPr>
          <p:nvPr/>
        </p:nvCxnSpPr>
        <p:spPr>
          <a:xfrm flipH="1">
            <a:off x="1207008" y="4744614"/>
            <a:ext cx="7827264" cy="0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17CA2DF-4180-BB00-267A-EE57815A516C}"/>
              </a:ext>
            </a:extLst>
          </p:cNvPr>
          <p:cNvCxnSpPr>
            <a:cxnSpLocks/>
          </p:cNvCxnSpPr>
          <p:nvPr/>
        </p:nvCxnSpPr>
        <p:spPr>
          <a:xfrm flipH="1">
            <a:off x="1207008" y="3549551"/>
            <a:ext cx="7827264" cy="0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F9D3D53-ADA7-1D32-E863-466E4019BAE9}"/>
              </a:ext>
            </a:extLst>
          </p:cNvPr>
          <p:cNvCxnSpPr>
            <a:cxnSpLocks/>
          </p:cNvCxnSpPr>
          <p:nvPr/>
        </p:nvCxnSpPr>
        <p:spPr>
          <a:xfrm flipH="1">
            <a:off x="1207008" y="2221805"/>
            <a:ext cx="7827264" cy="0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AF506FD-5C70-1995-E253-1894B9C7F3E9}"/>
              </a:ext>
            </a:extLst>
          </p:cNvPr>
          <p:cNvCxnSpPr/>
          <p:nvPr/>
        </p:nvCxnSpPr>
        <p:spPr>
          <a:xfrm>
            <a:off x="9034272" y="2221804"/>
            <a:ext cx="0" cy="3803904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0" name="Picture 19">
            <a:extLst>
              <a:ext uri="{FF2B5EF4-FFF2-40B4-BE49-F238E27FC236}">
                <a16:creationId xmlns:a16="http://schemas.microsoft.com/office/drawing/2014/main" id="{4FF8F3ED-7290-E996-66FB-985F1FADB1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2095" y="126845"/>
            <a:ext cx="4239906" cy="200863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8B541C30-AD78-4DA6-FC5E-F74ABFDFCEDB}"/>
                  </a:ext>
                </a:extLst>
              </p14:cNvPr>
              <p14:cNvContentPartPr/>
              <p14:nvPr/>
            </p14:nvContentPartPr>
            <p14:xfrm>
              <a:off x="1225080" y="2302920"/>
              <a:ext cx="7764840" cy="111384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8B541C30-AD78-4DA6-FC5E-F74ABFDFCED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18960" y="2296800"/>
                <a:ext cx="7777080" cy="112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5A0E4D79-B650-DDCB-6EAF-690A2803C400}"/>
                  </a:ext>
                </a:extLst>
              </p14:cNvPr>
              <p14:cNvContentPartPr/>
              <p14:nvPr/>
            </p14:nvContentPartPr>
            <p14:xfrm>
              <a:off x="1243440" y="4822920"/>
              <a:ext cx="7704360" cy="104760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5A0E4D79-B650-DDCB-6EAF-690A2803C40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37320" y="4816800"/>
                <a:ext cx="7716600" cy="1059840"/>
              </a:xfrm>
              <a:prstGeom prst="rect">
                <a:avLst/>
              </a:prstGeom>
            </p:spPr>
          </p:pic>
        </mc:Fallback>
      </mc:AlternateContent>
      <p:sp>
        <p:nvSpPr>
          <p:cNvPr id="31" name="TextBox 30">
            <a:extLst>
              <a:ext uri="{FF2B5EF4-FFF2-40B4-BE49-F238E27FC236}">
                <a16:creationId xmlns:a16="http://schemas.microsoft.com/office/drawing/2014/main" id="{FC65FF8B-FB66-9E9F-2AF7-F7C0AB175E00}"/>
              </a:ext>
            </a:extLst>
          </p:cNvPr>
          <p:cNvSpPr txBox="1"/>
          <p:nvPr/>
        </p:nvSpPr>
        <p:spPr>
          <a:xfrm rot="16200000">
            <a:off x="581161" y="2729475"/>
            <a:ext cx="7547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Prop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B656780-3C29-4E97-E111-053B721F7016}"/>
              </a:ext>
            </a:extLst>
          </p:cNvPr>
          <p:cNvSpPr txBox="1"/>
          <p:nvPr/>
        </p:nvSpPr>
        <p:spPr>
          <a:xfrm rot="16200000">
            <a:off x="368612" y="3907145"/>
            <a:ext cx="11410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gunshot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EC6914F-D862-3A49-791B-9C697583630C}"/>
              </a:ext>
            </a:extLst>
          </p:cNvPr>
          <p:cNvSpPr txBox="1"/>
          <p:nvPr/>
        </p:nvSpPr>
        <p:spPr>
          <a:xfrm rot="16200000">
            <a:off x="284599" y="5055762"/>
            <a:ext cx="11120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Prop + gunshot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AB6F3F98-74EA-70D7-6D53-3897DF015603}"/>
                  </a:ext>
                </a:extLst>
              </p14:cNvPr>
              <p14:cNvContentPartPr/>
              <p14:nvPr/>
            </p14:nvContentPartPr>
            <p14:xfrm>
              <a:off x="1225080" y="4416120"/>
              <a:ext cx="3602160" cy="15840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AB6F3F98-74EA-70D7-6D53-3897DF015603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218960" y="4410000"/>
                <a:ext cx="3614400" cy="17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F256DC8A-36CC-DED2-F7C4-34BE7F44BD72}"/>
                  </a:ext>
                </a:extLst>
              </p14:cNvPr>
              <p14:cNvContentPartPr/>
              <p14:nvPr/>
            </p14:nvContentPartPr>
            <p14:xfrm>
              <a:off x="4809600" y="3701160"/>
              <a:ext cx="4122360" cy="88380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F256DC8A-36CC-DED2-F7C4-34BE7F44BD7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803480" y="3695040"/>
                <a:ext cx="4134600" cy="89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37203886-172C-89B2-4B0D-A07AE2A72A64}"/>
                  </a:ext>
                </a:extLst>
              </p14:cNvPr>
              <p14:cNvContentPartPr/>
              <p14:nvPr/>
            </p14:nvContentPartPr>
            <p14:xfrm>
              <a:off x="6763680" y="4809600"/>
              <a:ext cx="177120" cy="12132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37203886-172C-89B2-4B0D-A07AE2A72A64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757560" y="4803480"/>
                <a:ext cx="189360" cy="13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6956EF8F-FBE0-A222-7C02-45534AC09BAF}"/>
                  </a:ext>
                </a:extLst>
              </p14:cNvPr>
              <p14:cNvContentPartPr/>
              <p14:nvPr/>
            </p14:nvContentPartPr>
            <p14:xfrm>
              <a:off x="6811920" y="4533840"/>
              <a:ext cx="2434320" cy="34920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6956EF8F-FBE0-A222-7C02-45534AC09BAF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805800" y="4527720"/>
                <a:ext cx="2446560" cy="361440"/>
              </a:xfrm>
              <a:prstGeom prst="rect">
                <a:avLst/>
              </a:prstGeom>
            </p:spPr>
          </p:pic>
        </mc:Fallback>
      </mc:AlternateContent>
      <p:sp>
        <p:nvSpPr>
          <p:cNvPr id="46" name="TextBox 45">
            <a:extLst>
              <a:ext uri="{FF2B5EF4-FFF2-40B4-BE49-F238E27FC236}">
                <a16:creationId xmlns:a16="http://schemas.microsoft.com/office/drawing/2014/main" id="{5B0187CF-F08D-C794-F58F-F7C4A5FD00A9}"/>
              </a:ext>
            </a:extLst>
          </p:cNvPr>
          <p:cNvSpPr txBox="1"/>
          <p:nvPr/>
        </p:nvSpPr>
        <p:spPr>
          <a:xfrm>
            <a:off x="9290592" y="4339108"/>
            <a:ext cx="11410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gunshot</a:t>
            </a:r>
          </a:p>
        </p:txBody>
      </p:sp>
    </p:spTree>
    <p:extLst>
      <p:ext uri="{BB962C8B-B14F-4D97-AF65-F5344CB8AC3E}">
        <p14:creationId xmlns:p14="http://schemas.microsoft.com/office/powerpoint/2010/main" val="3866305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DC80B-4D37-CCC3-E5B9-9BA06752B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 only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DDBD50-8186-AB0C-238E-00BF8AE14C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22Sep_16in_proponly_0deg 2850RPM 1 </a:t>
            </a:r>
            <a:r>
              <a:rPr lang="en-US" dirty="0" err="1"/>
              <a:t>lbf</a:t>
            </a:r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D864A3-E2BC-5B92-340D-B20E2139A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7AE00-8270-41CE-AE4A-062B85E1507B}" type="datetime1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629F01-D40B-FE0C-69CA-D1D2D4D396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Rotorcraft Aerodynamics and Aeroacoustics (RAA) Lab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FA567E-2563-9A3E-CA84-C1CE0A9AA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DEEF-9B13-4F08-AF97-BC2C69845632}" type="slidenum">
              <a:rPr lang="en-US" smtClean="0"/>
              <a:t>7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B602BAF-D37B-893D-C038-C2748C0F41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100" y="2309614"/>
            <a:ext cx="4902452" cy="386734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83A6640-CEA3-59E0-BA79-526BF6A4A8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0849" y="2309614"/>
            <a:ext cx="4877051" cy="3905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5885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D664F-F74F-9C3E-4FF8-52FC6023D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Gunshot only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5031A3-603E-0C6E-592A-E038CDD58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7AE00-8270-41CE-AE4A-062B85E1507B}" type="datetime1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0A61B8-D6CD-0249-09C9-CD4E899DF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Rotorcraft Aerodynamics and Aeroacoustics (RAA) Lab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E45611-0040-5322-AC1B-77939B7B6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DEEF-9B13-4F08-AF97-BC2C69845632}" type="slidenum">
              <a:rPr lang="en-US" smtClean="0"/>
              <a:t>8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4E6CCB3-9980-BDDD-14D1-86EC06EC64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830" y="2054810"/>
            <a:ext cx="4807197" cy="389275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52462C9-67FC-A3B6-FD56-8C4340CAEE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5975" y="2054810"/>
            <a:ext cx="4934204" cy="3905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00742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A8C67-B33C-9D47-54AA-E2CFB2B9A1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Gunshot prop amplitude comparison (89)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5C7513-CCE9-F23C-1775-CEB92EB74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7AE00-8270-41CE-AE4A-062B85E1507B}" type="datetime1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279FD3-5170-E4A2-95D1-F3C2685ED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Rotorcraft Aerodynamics and Aeroacoustics (RAA) Lab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5C4632-D9C6-8751-6A4A-AB18300D1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DEEF-9B13-4F08-AF97-BC2C69845632}" type="slidenum">
              <a:rPr lang="en-US" smtClean="0"/>
              <a:t>9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47754E5-484B-CD67-AE13-08898ECDA2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8358" y="2155579"/>
            <a:ext cx="4978656" cy="3873699"/>
          </a:xfrm>
          <a:prstGeom prst="rect">
            <a:avLst/>
          </a:prstGeom>
        </p:spPr>
      </p:pic>
      <p:sp>
        <p:nvSpPr>
          <p:cNvPr id="11" name="Rectangle 1">
            <a:extLst>
              <a:ext uri="{FF2B5EF4-FFF2-40B4-BE49-F238E27FC236}">
                <a16:creationId xmlns:a16="http://schemas.microsoft.com/office/drawing/2014/main" id="{8CB86326-207A-DC1F-973E-B15EB7D01DAE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7298679" y="6112306"/>
            <a:ext cx="3113953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Propeller AP vs time (not avg)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7F057B1-037E-9A4B-AC99-C03EE66224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184178"/>
            <a:ext cx="4972306" cy="3873699"/>
          </a:xfrm>
          <a:prstGeom prst="rect">
            <a:avLst/>
          </a:prstGeom>
        </p:spPr>
      </p:pic>
      <p:sp>
        <p:nvSpPr>
          <p:cNvPr id="16" name="Rectangle 1">
            <a:extLst>
              <a:ext uri="{FF2B5EF4-FFF2-40B4-BE49-F238E27FC236}">
                <a16:creationId xmlns:a16="http://schemas.microsoft.com/office/drawing/2014/main" id="{E74103F3-04DD-6C36-1082-7B70B8D05D67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855569" y="6057877"/>
            <a:ext cx="3113953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gunshot AP vs time (not avg)</a:t>
            </a:r>
          </a:p>
        </p:txBody>
      </p:sp>
    </p:spTree>
    <p:extLst>
      <p:ext uri="{BB962C8B-B14F-4D97-AF65-F5344CB8AC3E}">
        <p14:creationId xmlns:p14="http://schemas.microsoft.com/office/powerpoint/2010/main" val="23633215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00C72-6D7E-3526-9251-9134BBA24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Both (89)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661F4B-AEC1-6DAD-543F-1603E9D5C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7AE00-8270-41CE-AE4A-062B85E1507B}" type="datetime1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713CBE-AA4B-F6DF-1D21-3670CCC5D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Rotorcraft Aerodynamics and Aeroacoustics (RAA) Lab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B3D6C1-4D7E-B24C-F734-570CEFB19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DEEF-9B13-4F08-AF97-BC2C69845632}" type="slidenum">
              <a:rPr lang="en-US" smtClean="0"/>
              <a:t>10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283930F-CEA6-3D91-D10B-5D13C56346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851" y="2136528"/>
            <a:ext cx="4829849" cy="383911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67ABBCB-A867-81A6-07CC-B3782A9894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6286" y="2149058"/>
            <a:ext cx="4629796" cy="3886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03661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D3855-95E3-6BAE-F97D-970960636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Weekly self evaluation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A658D63F-F5FF-5B52-C58A-337976277E8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85025136"/>
              </p:ext>
            </p:extLst>
          </p:nvPr>
        </p:nvGraphicFramePr>
        <p:xfrm>
          <a:off x="2017776" y="2238229"/>
          <a:ext cx="8156448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666043">
                  <a:extLst>
                    <a:ext uri="{9D8B030D-6E8A-4147-A177-3AD203B41FA5}">
                      <a16:colId xmlns:a16="http://schemas.microsoft.com/office/drawing/2014/main" val="3686403690"/>
                    </a:ext>
                  </a:extLst>
                </a:gridCol>
                <a:gridCol w="1490405">
                  <a:extLst>
                    <a:ext uri="{9D8B030D-6E8A-4147-A177-3AD203B41FA5}">
                      <a16:colId xmlns:a16="http://schemas.microsoft.com/office/drawing/2014/main" val="20056374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Items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Self grading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87289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I made quality result figures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50014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 become more knowledgeable in the research area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64803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 made sufficient weekly progress towards publication goals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4408872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r>
                        <a:rPr lang="en-US" dirty="0"/>
                        <a:t>Grading in the scale of 1~10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9623523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48FBC7-D1D4-FFA7-5937-AA1AF6A49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7AE00-8270-41CE-AE4A-062B85E1507B}" type="datetime1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AFF124-E6BB-D12E-4F5A-8EEFDBBBC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Rotorcraft Aerodynamics and Aeroacoustics (RAA) Lab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70C80E-7D56-B94B-8B7F-3CE1E9B12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DEEF-9B13-4F08-AF97-BC2C69845632}" type="slidenum">
              <a:rPr lang="en-US" smtClean="0"/>
              <a:t>11</a:t>
            </a:fld>
            <a:endParaRPr lang="en-US"/>
          </a:p>
        </p:txBody>
      </p:sp>
      <p:graphicFrame>
        <p:nvGraphicFramePr>
          <p:cNvPr id="9" name="Content Placeholder 6">
            <a:extLst>
              <a:ext uri="{FF2B5EF4-FFF2-40B4-BE49-F238E27FC236}">
                <a16:creationId xmlns:a16="http://schemas.microsoft.com/office/drawing/2014/main" id="{5E93B988-9DA0-CA38-89C7-F3ED08C1E1F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02493365"/>
              </p:ext>
            </p:extLst>
          </p:nvPr>
        </p:nvGraphicFramePr>
        <p:xfrm>
          <a:off x="838200" y="4713681"/>
          <a:ext cx="10515600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515600">
                  <a:extLst>
                    <a:ext uri="{9D8B030D-6E8A-4147-A177-3AD203B41FA5}">
                      <a16:colId xmlns:a16="http://schemas.microsoft.com/office/drawing/2014/main" val="36864036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Additional comments </a:t>
                      </a:r>
                      <a:r>
                        <a:rPr lang="en-US"/>
                        <a:t>if any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87289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86124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431744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2212</TotalTime>
  <Words>316</Words>
  <Application>Microsoft Office PowerPoint</Application>
  <PresentationFormat>Widescreen</PresentationFormat>
  <Paragraphs>80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Weekly Meeting</vt:lpstr>
      <vt:lpstr>Weekly research progress</vt:lpstr>
      <vt:lpstr>Result</vt:lpstr>
      <vt:lpstr>Result (expected and collected)</vt:lpstr>
      <vt:lpstr>Result (expected and collected)</vt:lpstr>
      <vt:lpstr>Visualized figure for VFS abstract (next week)</vt:lpstr>
      <vt:lpstr>Prop only</vt:lpstr>
      <vt:lpstr>Gunshot only</vt:lpstr>
      <vt:lpstr>Gunshot prop amplitude comparison (89)</vt:lpstr>
      <vt:lpstr>Both (89)</vt:lpstr>
      <vt:lpstr>Weekly self evaluation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Rotorcraft Aerodynamics and Aeroacoustics (RAA) Lab</dc:title>
  <dc:creator>Li, Sicheng Kevin</dc:creator>
  <cp:lastModifiedBy>RAA_Lab OSU</cp:lastModifiedBy>
  <cp:revision>16</cp:revision>
  <dcterms:created xsi:type="dcterms:W3CDTF">2024-08-21T14:53:54Z</dcterms:created>
  <dcterms:modified xsi:type="dcterms:W3CDTF">2025-09-22T19:57:31Z</dcterms:modified>
</cp:coreProperties>
</file>